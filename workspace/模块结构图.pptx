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3017520"/>
  <p:notesSz cx="301752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5156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2699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1328166"/>
            <a:ext cx="822960" cy="176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H×W×C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078992" y="1303020"/>
            <a:ext cx="13716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261872" y="1051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2E4053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11430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DWConv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61872" y="13258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66544" y="1303020"/>
            <a:ext cx="13716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49424" y="1051560"/>
            <a:ext cx="621792" cy="502920"/>
          </a:xfrm>
          <a:prstGeom prst="roundRect">
            <a:avLst>
              <a:gd name="adj" fmla="val 14545"/>
            </a:avLst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2249424" y="1188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98648" y="1303020"/>
            <a:ext cx="104242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48610" y="1024128"/>
            <a:ext cx="1280160" cy="557784"/>
          </a:xfrm>
          <a:prstGeom prst="roundRect">
            <a:avLst>
              <a:gd name="adj" fmla="val 16393"/>
            </a:avLst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8610" y="10972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Bi-level Routing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48610" y="1298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56202" y="1303020"/>
            <a:ext cx="104242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06163" y="1184148"/>
            <a:ext cx="237744" cy="237744"/>
          </a:xfrm>
          <a:prstGeom prst="ellipse">
            <a:avLst/>
          </a:prstGeom>
          <a:solidFill>
            <a:srgbClr val="F1C40F"/>
          </a:solidFill>
          <a:ln w="19050">
            <a:solidFill>
              <a:srgbClr val="1C28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6163" y="11841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57984" y="1303020"/>
            <a:ext cx="0" cy="43434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984" y="1737360"/>
            <a:ext cx="2467051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5035" y="1737360"/>
            <a:ext cx="0" cy="-553212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1339" y="1303020"/>
            <a:ext cx="104242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21301" y="1051560"/>
            <a:ext cx="621792" cy="502920"/>
          </a:xfrm>
          <a:prstGeom prst="roundRect">
            <a:avLst>
              <a:gd name="adj" fmla="val 14545"/>
            </a:avLst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4921301" y="1188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0525" y="1303020"/>
            <a:ext cx="104242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20486" y="1024128"/>
            <a:ext cx="777240" cy="557784"/>
          </a:xfrm>
          <a:prstGeom prst="roundRect">
            <a:avLst>
              <a:gd name="adj" fmla="val 16393"/>
            </a:avLst>
          </a:prstGeom>
          <a:solidFill>
            <a:srgbClr val="D6EAF8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20486" y="116128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25158" y="1303020"/>
            <a:ext cx="104242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75120" y="1184148"/>
            <a:ext cx="237744" cy="237744"/>
          </a:xfrm>
          <a:prstGeom prst="ellipse">
            <a:avLst/>
          </a:prstGeom>
          <a:solidFill>
            <a:srgbClr val="F1C40F"/>
          </a:solidFill>
          <a:ln w="19050">
            <a:solidFill>
              <a:srgbClr val="1C28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1841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29861" y="1303020"/>
            <a:ext cx="0" cy="43434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9861" y="1737360"/>
            <a:ext cx="1964131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1737360"/>
            <a:ext cx="0" cy="-553212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0296" y="1303020"/>
            <a:ext cx="13716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123176" y="105156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23176" y="112699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23176" y="1328166"/>
            <a:ext cx="822960" cy="176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H×W×C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14400"/>
            <a:ext cx="685800" cy="73152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515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1325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H×W×C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86968" y="1280160"/>
            <a:ext cx="228600" cy="-45720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86968" y="1280160"/>
            <a:ext cx="228600" cy="45720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097280" y="137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Attention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45720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57200"/>
            <a:ext cx="5486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AvgPool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642366"/>
            <a:ext cx="5486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(H-dir)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88720" y="1124712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124712"/>
            <a:ext cx="5486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AvgPool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1309878"/>
            <a:ext cx="5486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(W-dir)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755648" y="662940"/>
            <a:ext cx="16459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755648" y="1330452"/>
            <a:ext cx="16459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47672" y="621792"/>
            <a:ext cx="438912" cy="61722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17" name="Text 15"/>
          <p:cNvSpPr/>
          <p:nvPr/>
        </p:nvSpPr>
        <p:spPr>
          <a:xfrm>
            <a:off x="1947672" y="621792"/>
            <a:ext cx="438912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04872" y="868680"/>
            <a:ext cx="16459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96896" y="683514"/>
            <a:ext cx="438912" cy="493776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/>
        </p:spPr>
      </p:sp>
      <p:sp>
        <p:nvSpPr>
          <p:cNvPr id="20" name="Text 18"/>
          <p:cNvSpPr/>
          <p:nvPr/>
        </p:nvSpPr>
        <p:spPr>
          <a:xfrm>
            <a:off x="2596896" y="683514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96896" y="909828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1×1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054096" y="868680"/>
            <a:ext cx="16459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46120" y="502920"/>
            <a:ext cx="384048" cy="370332"/>
          </a:xfrm>
          <a:prstGeom prst="roundRect">
            <a:avLst>
              <a:gd name="adj" fmla="val 19753"/>
            </a:avLst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502920"/>
            <a:ext cx="384048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σ(aₕ)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46120" y="1188720"/>
            <a:ext cx="384048" cy="370332"/>
          </a:xfrm>
          <a:prstGeom prst="roundRect">
            <a:avLst>
              <a:gd name="adj" fmla="val 19753"/>
            </a:avLst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1188720"/>
            <a:ext cx="384048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σ(aᵥ)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Attention (SE)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88720" y="141732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1417320"/>
            <a:ext cx="5486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88720" y="1602486"/>
            <a:ext cx="5486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1755648" y="1623060"/>
            <a:ext cx="164592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947672" y="1417320"/>
            <a:ext cx="384048" cy="411480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947672" y="1417320"/>
            <a:ext cx="384048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47672" y="1602486"/>
            <a:ext cx="384048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C→C/r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350008" y="1623060"/>
            <a:ext cx="128016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496312" y="1417320"/>
            <a:ext cx="329184" cy="411480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2496312" y="141732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843784" y="1623060"/>
            <a:ext cx="128016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990088" y="1417320"/>
            <a:ext cx="384048" cy="411480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2990088" y="1417320"/>
            <a:ext cx="384048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990088" y="1602486"/>
            <a:ext cx="384048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C/r→C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392424" y="1623060"/>
            <a:ext cx="128016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538728" y="1417320"/>
            <a:ext cx="329184" cy="411480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/>
        </p:spPr>
      </p:sp>
      <p:sp>
        <p:nvSpPr>
          <p:cNvPr id="44" name="Text 42"/>
          <p:cNvSpPr/>
          <p:nvPr/>
        </p:nvSpPr>
        <p:spPr>
          <a:xfrm>
            <a:off x="3538728" y="141732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σ(s)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48456" y="662940"/>
            <a:ext cx="493776" cy="416052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648456" y="1197864"/>
            <a:ext cx="493776" cy="82296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886200" y="1623060"/>
            <a:ext cx="256032" cy="-34290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142232" y="1005840"/>
            <a:ext cx="548640" cy="5486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42232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⊗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050792" y="1600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Element-wise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050792" y="175564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4709160" y="1280160"/>
            <a:ext cx="256032" cy="0"/>
          </a:xfrm>
          <a:prstGeom prst="line">
            <a:avLst/>
          </a:prstGeom>
          <a:noFill/>
          <a:ln w="19050">
            <a:solidFill>
              <a:srgbClr val="2E4053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010912" y="914400"/>
            <a:ext cx="685800" cy="73152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10912" y="10515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10912" y="1325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H×W×C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模块结构图</dc:title>
  <dc:subject>TR模块和SAE模块横向结构图</dc:subject>
  <dc:creator>谢智捷</dc:creator>
  <cp:lastModifiedBy>谢智捷</cp:lastModifiedBy>
  <cp:revision>1</cp:revision>
  <dcterms:created xsi:type="dcterms:W3CDTF">2026-02-03T09:06:03Z</dcterms:created>
  <dcterms:modified xsi:type="dcterms:W3CDTF">2026-02-03T09:06:03Z</dcterms:modified>
</cp:coreProperties>
</file>