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2"/>
  </p:notesMasterIdLst>
  <p:sldIdLst>
    <p:sldId id="256" r:id="rId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tableStyles.xml><?xml version="1.0" encoding="utf-8"?>
<a:tblStyleLst xmlns:a="http://schemas.openxmlformats.org/drawingml/2006/main" def="{5C22544A-7EE6-4342-B048-85BDC9FD1C3A}">
  <a:tblStyle styleId="{58542034-FE4F-4ADA-92B8-4CA66D0F0DF3}" styleName="腾讯文档-基本">
    <a:wholeTbl>
      <a:tcTxStyle>
        <a:fontRef idx="minor"/>
        <a:srgbClr val="000000"/>
      </a:tcTxStyle>
      <a:tcStyle>
        <a:tcBdr>
          <a:left>
            <a:ln w="12700" cmpd="sng">
              <a:solidFill>
                <a:srgbClr val="999999"/>
              </a:solidFill>
            </a:ln>
          </a:left>
          <a:right>
            <a:ln w="12700" cmpd="sng">
              <a:solidFill>
                <a:srgbClr val="999999"/>
              </a:solidFill>
            </a:ln>
          </a:right>
          <a:top>
            <a:ln w="12700" cmpd="sng">
              <a:solidFill>
                <a:srgbClr val="999999"/>
              </a:solidFill>
            </a:ln>
          </a:top>
          <a:bottom>
            <a:ln w="12700" cmpd="sng">
              <a:solidFill>
                <a:srgbClr val="999999"/>
              </a:solidFill>
            </a:ln>
          </a:bottom>
          <a:insideH>
            <a:ln w="12700" cmpd="sng">
              <a:solidFill>
                <a:srgbClr val="999999"/>
              </a:solidFill>
            </a:ln>
          </a:insideH>
          <a:insideV>
            <a:ln w="12700" cmpd="sng">
              <a:solidFill>
                <a:srgbClr val="999999"/>
              </a:solidFill>
            </a:ln>
          </a:insideV>
        </a:tcBdr>
        <a:fill>
          <a:solidFill>
            <a:srgbClr val="FFFFFF"/>
          </a:solidFill>
        </a:fill>
      </a:tcStyle>
    </a:wholeTbl>
  </a:tblStyle>
</a:tblStyleLst>
</file>

<file path=ppt/_rels/presentation.xml.rels><?xml version="1.0" encoding="UTF-8" standalone="yes"?><Relationships xmlns="http://schemas.openxmlformats.org/package/2006/relationships"><Relationship Id="rId3" Type="http://schemas.openxmlformats.org/officeDocument/2006/relationships/tableStyles" Target="tableStyles.xml" /><Relationship Id="rId1" Type="http://schemas.openxmlformats.org/officeDocument/2006/relationships/slide" Target="slides/slide1.xml" /><Relationship Id="rId2" Type="http://schemas.openxmlformats.org/officeDocument/2006/relationships/notesMaster" Target="notesMasters/notesMaster1.xml" /><Relationship Id="rId0" Type="http://schemas.openxmlformats.org/officeDocument/2006/relationships/slideMaster" Target="slideMasters/slideMaster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/>
          </a:p>
          <a:p>
            <a:pPr lvl="1"/>
            <a:r>
              <a:rPr lang="en-US"/>
              <a:t>Second level</a:t>
            </a:r>
            <a:endParaRPr/>
          </a:p>
          <a:p>
            <a:pPr lvl="2"/>
            <a:r>
              <a:rPr lang="en-US"/>
              <a:t>Third level</a:t>
            </a:r>
            <a:endParaRPr/>
          </a:p>
          <a:p>
            <a:pPr lvl="3"/>
            <a:r>
              <a:rPr lang="en-US"/>
              <a:t>Fourth level</a:t>
            </a:r>
            <a:endParaRPr/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.xml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.xml" /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1396603" y="2524125"/>
            <a:ext cx="20174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700" dirty="0"/>
          </a:p>
        </p:txBody>
      </p:sp>
      <p:sp>
        <p:nvSpPr>
          <p:cNvPr id="3" name="Text 2"/>
          <p:cNvSpPr/>
          <p:nvPr/>
        </p:nvSpPr>
        <p:spPr>
          <a:xfrm>
            <a:off x="1632496" y="2559100"/>
            <a:ext cx="126950" cy="25301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3"/>
          <p:cNvSpPr/>
          <p:nvPr/>
        </p:nvSpPr>
        <p:spPr>
          <a:xfrm>
            <a:off x="1928813" y="2262188"/>
            <a:ext cx="442615" cy="130076"/>
          </a:xfrm>
          <a:prstGeom prst="roundRect">
            <a:avLst>
              <a:gd name="adj" fmla="val 78108"/>
            </a:avLst>
          </a:prstGeom>
          <a:solidFill>
            <a:srgbClr val="F5F5F5"/>
          </a:solidFill>
          <a:ln w="9525">
            <a:solidFill>
              <a:srgbClr val="BDBDB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4"/>
          <p:cNvSpPr/>
          <p:nvPr/>
        </p:nvSpPr>
        <p:spPr>
          <a:xfrm>
            <a:off x="2014538" y="2284363"/>
            <a:ext cx="27658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</a:t>
            </a:r>
            <a:endParaRPr lang="en-US" sz="600" dirty="0"/>
          </a:p>
        </p:txBody>
      </p:sp>
      <p:sp>
        <p:nvSpPr>
          <p:cNvPr id="6" name="Text 5"/>
          <p:cNvSpPr/>
          <p:nvPr/>
        </p:nvSpPr>
        <p:spPr>
          <a:xfrm>
            <a:off x="1759446" y="2430363"/>
            <a:ext cx="781348" cy="450800"/>
          </a:xfrm>
          <a:prstGeom prst="roundRect">
            <a:avLst>
              <a:gd name="adj" fmla="val 11269"/>
            </a:avLst>
          </a:prstGeom>
          <a:solidFill>
            <a:srgbClr val="D6E4F0"/>
          </a:solidFill>
          <a:ln w="9525">
            <a:solidFill>
              <a:srgbClr val="B0C4D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6"/>
          <p:cNvSpPr/>
          <p:nvPr/>
        </p:nvSpPr>
        <p:spPr>
          <a:xfrm>
            <a:off x="1864879" y="2516088"/>
            <a:ext cx="57048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</a:t>
            </a:r>
            <a:endParaRPr lang="en-US" sz="900" dirty="0"/>
          </a:p>
        </p:txBody>
      </p:sp>
      <p:sp>
        <p:nvSpPr>
          <p:cNvPr id="8" name="Text 7"/>
          <p:cNvSpPr/>
          <p:nvPr/>
        </p:nvSpPr>
        <p:spPr>
          <a:xfrm>
            <a:off x="1919984" y="2662089"/>
            <a:ext cx="4602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900" dirty="0"/>
          </a:p>
        </p:txBody>
      </p:sp>
      <p:sp>
        <p:nvSpPr>
          <p:cNvPr id="9" name="Text 8"/>
          <p:cNvSpPr/>
          <p:nvPr/>
        </p:nvSpPr>
        <p:spPr>
          <a:xfrm>
            <a:off x="2540794" y="2559100"/>
            <a:ext cx="76200" cy="25301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9"/>
          <p:cNvSpPr/>
          <p:nvPr/>
        </p:nvSpPr>
        <p:spPr>
          <a:xfrm>
            <a:off x="2616994" y="2412950"/>
            <a:ext cx="317450" cy="317450"/>
          </a:xfrm>
          <a:prstGeom prst="roundRect">
            <a:avLst>
              <a:gd name="adj" fmla="val 288045"/>
            </a:avLst>
          </a:prstGeom>
          <a:solidFill>
            <a:srgbClr val="FFFFFF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10"/>
          <p:cNvSpPr/>
          <p:nvPr/>
        </p:nvSpPr>
        <p:spPr>
          <a:xfrm>
            <a:off x="2731145" y="2485876"/>
            <a:ext cx="9077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2" name="Text 11"/>
          <p:cNvSpPr/>
          <p:nvPr/>
        </p:nvSpPr>
        <p:spPr>
          <a:xfrm>
            <a:off x="2934444" y="2559100"/>
            <a:ext cx="126950" cy="25301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2"/>
          <p:cNvSpPr/>
          <p:nvPr/>
        </p:nvSpPr>
        <p:spPr>
          <a:xfrm>
            <a:off x="3478709" y="2290763"/>
            <a:ext cx="442615" cy="130076"/>
          </a:xfrm>
          <a:prstGeom prst="roundRect">
            <a:avLst>
              <a:gd name="adj" fmla="val 78108"/>
            </a:avLst>
          </a:prstGeom>
          <a:solidFill>
            <a:srgbClr val="F5F5F5"/>
          </a:solidFill>
          <a:ln w="9525">
            <a:solidFill>
              <a:srgbClr val="BDBDB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3"/>
          <p:cNvSpPr/>
          <p:nvPr/>
        </p:nvSpPr>
        <p:spPr>
          <a:xfrm>
            <a:off x="3564434" y="2312938"/>
            <a:ext cx="27658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</a:t>
            </a:r>
            <a:endParaRPr lang="en-US" sz="600" dirty="0"/>
          </a:p>
        </p:txBody>
      </p:sp>
      <p:sp>
        <p:nvSpPr>
          <p:cNvPr id="15" name="Text 14"/>
          <p:cNvSpPr/>
          <p:nvPr/>
        </p:nvSpPr>
        <p:spPr>
          <a:xfrm>
            <a:off x="3061395" y="2458938"/>
            <a:ext cx="600521" cy="393650"/>
          </a:xfrm>
          <a:prstGeom prst="roundRect">
            <a:avLst>
              <a:gd name="adj" fmla="val 12905"/>
            </a:avLst>
          </a:prstGeom>
          <a:solidFill>
            <a:srgbClr val="D6E4F0"/>
          </a:solidFill>
          <a:ln w="9525">
            <a:solidFill>
              <a:srgbClr val="B0C4D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5"/>
          <p:cNvSpPr/>
          <p:nvPr/>
        </p:nvSpPr>
        <p:spPr>
          <a:xfrm>
            <a:off x="3142829" y="2544663"/>
            <a:ext cx="43765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 3x3</a:t>
            </a:r>
            <a:endParaRPr lang="en-US" sz="800" dirty="0"/>
          </a:p>
        </p:txBody>
      </p:sp>
      <p:sp>
        <p:nvSpPr>
          <p:cNvPr id="17" name="Text 16"/>
          <p:cNvSpPr/>
          <p:nvPr/>
        </p:nvSpPr>
        <p:spPr>
          <a:xfrm>
            <a:off x="3156339" y="2671614"/>
            <a:ext cx="41063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BN+ReLU</a:t>
            </a:r>
            <a:endParaRPr lang="en-US" sz="700" dirty="0"/>
          </a:p>
        </p:txBody>
      </p:sp>
      <p:sp>
        <p:nvSpPr>
          <p:cNvPr id="18" name="Text 17"/>
          <p:cNvSpPr/>
          <p:nvPr/>
        </p:nvSpPr>
        <p:spPr>
          <a:xfrm>
            <a:off x="3661916" y="2643039"/>
            <a:ext cx="76200" cy="25301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8"/>
          <p:cNvSpPr/>
          <p:nvPr/>
        </p:nvSpPr>
        <p:spPr>
          <a:xfrm>
            <a:off x="3738116" y="2458938"/>
            <a:ext cx="600521" cy="393650"/>
          </a:xfrm>
          <a:prstGeom prst="roundRect">
            <a:avLst>
              <a:gd name="adj" fmla="val 12905"/>
            </a:avLst>
          </a:prstGeom>
          <a:solidFill>
            <a:srgbClr val="D6E4F0"/>
          </a:solidFill>
          <a:ln w="9525">
            <a:solidFill>
              <a:srgbClr val="B0C4D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9"/>
          <p:cNvSpPr/>
          <p:nvPr/>
        </p:nvSpPr>
        <p:spPr>
          <a:xfrm>
            <a:off x="3819550" y="2544663"/>
            <a:ext cx="43765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 3x3</a:t>
            </a:r>
            <a:endParaRPr lang="en-US" sz="800" dirty="0"/>
          </a:p>
        </p:txBody>
      </p:sp>
      <p:sp>
        <p:nvSpPr>
          <p:cNvPr id="21" name="Text 20"/>
          <p:cNvSpPr/>
          <p:nvPr/>
        </p:nvSpPr>
        <p:spPr>
          <a:xfrm>
            <a:off x="3833061" y="2671614"/>
            <a:ext cx="41063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BN+ReLU</a:t>
            </a:r>
            <a:endParaRPr lang="en-US" sz="700" dirty="0"/>
          </a:p>
        </p:txBody>
      </p:sp>
      <p:sp>
        <p:nvSpPr>
          <p:cNvPr id="22" name="Text 21"/>
          <p:cNvSpPr/>
          <p:nvPr/>
        </p:nvSpPr>
        <p:spPr>
          <a:xfrm>
            <a:off x="4338638" y="2559100"/>
            <a:ext cx="76200" cy="25301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2"/>
          <p:cNvSpPr/>
          <p:nvPr/>
        </p:nvSpPr>
        <p:spPr>
          <a:xfrm>
            <a:off x="4414838" y="2412950"/>
            <a:ext cx="317450" cy="317450"/>
          </a:xfrm>
          <a:prstGeom prst="roundRect">
            <a:avLst>
              <a:gd name="adj" fmla="val 288045"/>
            </a:avLst>
          </a:prstGeom>
          <a:solidFill>
            <a:srgbClr val="FFFFFF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3"/>
          <p:cNvSpPr/>
          <p:nvPr/>
        </p:nvSpPr>
        <p:spPr>
          <a:xfrm>
            <a:off x="4528989" y="2485876"/>
            <a:ext cx="9077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5" name="Text 24"/>
          <p:cNvSpPr/>
          <p:nvPr/>
        </p:nvSpPr>
        <p:spPr>
          <a:xfrm>
            <a:off x="4732288" y="2559100"/>
            <a:ext cx="126950" cy="25301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5"/>
          <p:cNvSpPr/>
          <p:nvPr/>
        </p:nvSpPr>
        <p:spPr>
          <a:xfrm>
            <a:off x="5669161" y="2068711"/>
            <a:ext cx="442615" cy="130076"/>
          </a:xfrm>
          <a:prstGeom prst="roundRect">
            <a:avLst>
              <a:gd name="adj" fmla="val 78108"/>
            </a:avLst>
          </a:prstGeom>
          <a:solidFill>
            <a:srgbClr val="F5F5F5"/>
          </a:solidFill>
          <a:ln w="9525">
            <a:solidFill>
              <a:srgbClr val="BDBDB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6"/>
          <p:cNvSpPr/>
          <p:nvPr/>
        </p:nvSpPr>
        <p:spPr>
          <a:xfrm>
            <a:off x="5754886" y="2090886"/>
            <a:ext cx="27658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</a:t>
            </a:r>
            <a:endParaRPr lang="en-US" sz="600" dirty="0"/>
          </a:p>
        </p:txBody>
      </p:sp>
      <p:sp>
        <p:nvSpPr>
          <p:cNvPr id="28" name="Text 27"/>
          <p:cNvSpPr/>
          <p:nvPr/>
        </p:nvSpPr>
        <p:spPr>
          <a:xfrm>
            <a:off x="4859238" y="2512963"/>
            <a:ext cx="385911" cy="285750"/>
          </a:xfrm>
          <a:prstGeom prst="roundRect">
            <a:avLst>
              <a:gd name="adj" fmla="val 17778"/>
            </a:avLst>
          </a:prstGeom>
          <a:solidFill>
            <a:srgbClr val="D6E4F0"/>
          </a:solidFill>
          <a:ln w="9525">
            <a:solidFill>
              <a:srgbClr val="B0C4D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8"/>
          <p:cNvSpPr/>
          <p:nvPr/>
        </p:nvSpPr>
        <p:spPr>
          <a:xfrm>
            <a:off x="4942819" y="2598688"/>
            <a:ext cx="21875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</a:t>
            </a:r>
            <a:endParaRPr lang="en-US" sz="800" dirty="0"/>
          </a:p>
        </p:txBody>
      </p:sp>
      <p:sp>
        <p:nvSpPr>
          <p:cNvPr id="30" name="Text 29"/>
          <p:cNvSpPr/>
          <p:nvPr/>
        </p:nvSpPr>
        <p:spPr>
          <a:xfrm>
            <a:off x="5245150" y="2643188"/>
            <a:ext cx="63401" cy="25301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30"/>
          <p:cNvSpPr/>
          <p:nvPr/>
        </p:nvSpPr>
        <p:spPr>
          <a:xfrm>
            <a:off x="5308550" y="2236887"/>
            <a:ext cx="264319" cy="190500"/>
          </a:xfrm>
          <a:prstGeom prst="roundRect">
            <a:avLst>
              <a:gd name="adj" fmla="val 26667"/>
            </a:avLst>
          </a:prstGeom>
          <a:solidFill>
            <a:srgbClr val="D6E4F0"/>
          </a:solidFill>
          <a:ln w="9525">
            <a:solidFill>
              <a:srgbClr val="B0C4D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1"/>
          <p:cNvSpPr/>
          <p:nvPr/>
        </p:nvSpPr>
        <p:spPr>
          <a:xfrm>
            <a:off x="5380292" y="2284512"/>
            <a:ext cx="1208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endParaRPr lang="en-US" sz="700" dirty="0"/>
          </a:p>
        </p:txBody>
      </p:sp>
      <p:sp>
        <p:nvSpPr>
          <p:cNvPr id="33" name="Text 32"/>
          <p:cNvSpPr/>
          <p:nvPr/>
        </p:nvSpPr>
        <p:spPr>
          <a:xfrm>
            <a:off x="5308550" y="2452688"/>
            <a:ext cx="264319" cy="190500"/>
          </a:xfrm>
          <a:prstGeom prst="roundRect">
            <a:avLst>
              <a:gd name="adj" fmla="val 26667"/>
            </a:avLst>
          </a:prstGeom>
          <a:solidFill>
            <a:srgbClr val="D6E4F0"/>
          </a:solidFill>
          <a:ln w="9525">
            <a:solidFill>
              <a:srgbClr val="B0C4D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3"/>
          <p:cNvSpPr/>
          <p:nvPr/>
        </p:nvSpPr>
        <p:spPr>
          <a:xfrm>
            <a:off x="5380292" y="2500313"/>
            <a:ext cx="1208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endParaRPr lang="en-US" sz="700" dirty="0"/>
          </a:p>
        </p:txBody>
      </p:sp>
      <p:sp>
        <p:nvSpPr>
          <p:cNvPr id="35" name="Text 34"/>
          <p:cNvSpPr/>
          <p:nvPr/>
        </p:nvSpPr>
        <p:spPr>
          <a:xfrm>
            <a:off x="5308550" y="2668488"/>
            <a:ext cx="264319" cy="190500"/>
          </a:xfrm>
          <a:prstGeom prst="roundRect">
            <a:avLst>
              <a:gd name="adj" fmla="val 26667"/>
            </a:avLst>
          </a:prstGeom>
          <a:solidFill>
            <a:srgbClr val="D6E4F0"/>
          </a:solidFill>
          <a:ln w="9525">
            <a:solidFill>
              <a:srgbClr val="B0C4D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5"/>
          <p:cNvSpPr/>
          <p:nvPr/>
        </p:nvSpPr>
        <p:spPr>
          <a:xfrm>
            <a:off x="5380292" y="2716113"/>
            <a:ext cx="1208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endParaRPr lang="en-US" sz="700" dirty="0"/>
          </a:p>
        </p:txBody>
      </p:sp>
      <p:sp>
        <p:nvSpPr>
          <p:cNvPr id="37" name="Text 36"/>
          <p:cNvSpPr/>
          <p:nvPr/>
        </p:nvSpPr>
        <p:spPr>
          <a:xfrm>
            <a:off x="5308550" y="2884289"/>
            <a:ext cx="264319" cy="190500"/>
          </a:xfrm>
          <a:prstGeom prst="roundRect">
            <a:avLst>
              <a:gd name="adj" fmla="val 26667"/>
            </a:avLst>
          </a:prstGeom>
          <a:solidFill>
            <a:srgbClr val="D6E4F0"/>
          </a:solidFill>
          <a:ln w="9525">
            <a:solidFill>
              <a:srgbClr val="B0C4D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7"/>
          <p:cNvSpPr/>
          <p:nvPr/>
        </p:nvSpPr>
        <p:spPr>
          <a:xfrm>
            <a:off x="5380292" y="2931914"/>
            <a:ext cx="1208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endParaRPr lang="en-US" sz="700" dirty="0"/>
          </a:p>
        </p:txBody>
      </p:sp>
      <p:sp>
        <p:nvSpPr>
          <p:cNvPr id="39" name="Text 38"/>
          <p:cNvSpPr/>
          <p:nvPr/>
        </p:nvSpPr>
        <p:spPr>
          <a:xfrm>
            <a:off x="5572869" y="2643188"/>
            <a:ext cx="63401" cy="25301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9"/>
          <p:cNvSpPr/>
          <p:nvPr/>
        </p:nvSpPr>
        <p:spPr>
          <a:xfrm>
            <a:off x="5636270" y="2522488"/>
            <a:ext cx="427434" cy="266700"/>
          </a:xfrm>
          <a:prstGeom prst="roundRect">
            <a:avLst>
              <a:gd name="adj" fmla="val 19048"/>
            </a:avLst>
          </a:prstGeom>
          <a:solidFill>
            <a:srgbClr val="D6E4F0"/>
          </a:solidFill>
          <a:ln w="9525">
            <a:solidFill>
              <a:srgbClr val="B0C4D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40"/>
          <p:cNvSpPr/>
          <p:nvPr/>
        </p:nvSpPr>
        <p:spPr>
          <a:xfrm>
            <a:off x="5706380" y="2608213"/>
            <a:ext cx="28721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Concat</a:t>
            </a:r>
            <a:endParaRPr lang="en-US" sz="700" dirty="0"/>
          </a:p>
        </p:txBody>
      </p:sp>
      <p:sp>
        <p:nvSpPr>
          <p:cNvPr id="42" name="Text 41"/>
          <p:cNvSpPr/>
          <p:nvPr/>
        </p:nvSpPr>
        <p:spPr>
          <a:xfrm>
            <a:off x="6063704" y="2643188"/>
            <a:ext cx="63401" cy="25301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42"/>
          <p:cNvSpPr/>
          <p:nvPr/>
        </p:nvSpPr>
        <p:spPr>
          <a:xfrm>
            <a:off x="6127105" y="2522488"/>
            <a:ext cx="264319" cy="266700"/>
          </a:xfrm>
          <a:prstGeom prst="roundRect">
            <a:avLst>
              <a:gd name="adj" fmla="val 19219"/>
            </a:avLst>
          </a:prstGeom>
          <a:solidFill>
            <a:srgbClr val="D6E4F0"/>
          </a:solidFill>
          <a:ln w="9525">
            <a:solidFill>
              <a:srgbClr val="B0C4D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43"/>
          <p:cNvSpPr/>
          <p:nvPr/>
        </p:nvSpPr>
        <p:spPr>
          <a:xfrm>
            <a:off x="6198846" y="2608213"/>
            <a:ext cx="1208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endParaRPr lang="en-US" sz="700" dirty="0"/>
          </a:p>
        </p:txBody>
      </p:sp>
      <p:sp>
        <p:nvSpPr>
          <p:cNvPr id="45" name="Text 44"/>
          <p:cNvSpPr/>
          <p:nvPr/>
        </p:nvSpPr>
        <p:spPr>
          <a:xfrm>
            <a:off x="6391424" y="2643188"/>
            <a:ext cx="63401" cy="25301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45"/>
          <p:cNvSpPr/>
          <p:nvPr/>
        </p:nvSpPr>
        <p:spPr>
          <a:xfrm>
            <a:off x="6454825" y="2522488"/>
            <a:ext cx="467023" cy="266700"/>
          </a:xfrm>
          <a:prstGeom prst="roundRect">
            <a:avLst>
              <a:gd name="adj" fmla="val 19048"/>
            </a:avLst>
          </a:prstGeom>
          <a:solidFill>
            <a:srgbClr val="D6E4F0"/>
          </a:solidFill>
          <a:ln w="9525">
            <a:solidFill>
              <a:srgbClr val="B0C4D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6"/>
          <p:cNvSpPr/>
          <p:nvPr/>
        </p:nvSpPr>
        <p:spPr>
          <a:xfrm>
            <a:off x="6524539" y="2608213"/>
            <a:ext cx="32759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Sigmoid</a:t>
            </a:r>
            <a:endParaRPr lang="en-US" sz="700" dirty="0"/>
          </a:p>
        </p:txBody>
      </p:sp>
      <p:sp>
        <p:nvSpPr>
          <p:cNvPr id="48" name="Text 47"/>
          <p:cNvSpPr/>
          <p:nvPr/>
        </p:nvSpPr>
        <p:spPr>
          <a:xfrm>
            <a:off x="6921847" y="2559100"/>
            <a:ext cx="76200" cy="25301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8"/>
          <p:cNvSpPr/>
          <p:nvPr/>
        </p:nvSpPr>
        <p:spPr>
          <a:xfrm>
            <a:off x="6998047" y="2412950"/>
            <a:ext cx="317450" cy="317450"/>
          </a:xfrm>
          <a:prstGeom prst="roundRect">
            <a:avLst>
              <a:gd name="adj" fmla="val 288045"/>
            </a:avLst>
          </a:prstGeom>
          <a:solidFill>
            <a:srgbClr val="FFFFFF"/>
          </a:solidFill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9"/>
          <p:cNvSpPr/>
          <p:nvPr/>
        </p:nvSpPr>
        <p:spPr>
          <a:xfrm>
            <a:off x="7117854" y="2495401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100" dirty="0"/>
          </a:p>
        </p:txBody>
      </p:sp>
      <p:sp>
        <p:nvSpPr>
          <p:cNvPr id="51" name="Text 50"/>
          <p:cNvSpPr/>
          <p:nvPr/>
        </p:nvSpPr>
        <p:spPr>
          <a:xfrm>
            <a:off x="7315498" y="2559100"/>
            <a:ext cx="126950" cy="25301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51"/>
          <p:cNvSpPr/>
          <p:nvPr/>
        </p:nvSpPr>
        <p:spPr>
          <a:xfrm>
            <a:off x="7480548" y="2524125"/>
            <a:ext cx="27218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thm15="http://schemas.microsoft.com/office/thememl/2012/main" xmlns:a="http://schemas.openxmlformats.org/drawingml/2006/main" xmlns:mc="http://schemas.openxmlformats.org/markup-compatibility/2006" name="Office 主题​​" mc:Ignorable="thm15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明朝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2026-03-21T19:48:06Z</dcterms:created>
  <dcterms:modified xsi:type="dcterms:W3CDTF">2026-03-21T19:48:06Z</dcterms:modified>
</cp:coreProperties>
</file>