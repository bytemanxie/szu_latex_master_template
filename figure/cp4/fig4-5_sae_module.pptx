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core.xml" ContentType="application/vnd.openxmlformats-package.core-propertie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2"/>
  </p:notesMasterIdLst>
  <p:sldIdLst>
    <p:sldId id="256" r:id="rId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0" flipH="0" flipV="0">
            <a:off x="0" y="248031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 rot="0" flipH="0" flipV="0">
            <a:off x="283462" y="2569972"/>
            <a:ext cx="320039" cy="888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4" name="Shape 2"/>
          <p:cNvSpPr/>
          <p:nvPr/>
        </p:nvSpPr>
        <p:spPr>
          <a:xfrm>
            <a:off x="603504" y="2361438"/>
            <a:ext cx="1005840" cy="420624"/>
          </a:xfrm>
          <a:prstGeom prst="roundRect">
            <a:avLst>
              <a:gd name="adj" fmla="val 8696"/>
            </a:avLst>
          </a:prstGeom>
          <a:solidFill>
            <a:srgbClr val="DDEAF6"/>
          </a:solidFill>
          <a:ln w="1016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" name="Text 3"/>
          <p:cNvSpPr/>
          <p:nvPr/>
        </p:nvSpPr>
        <p:spPr>
          <a:xfrm>
            <a:off x="603504" y="236143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Coordinate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09344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" name="Shape 5"/>
          <p:cNvSpPr/>
          <p:nvPr/>
        </p:nvSpPr>
        <p:spPr>
          <a:xfrm>
            <a:off x="1737360" y="2443734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" name="Text 6"/>
          <p:cNvSpPr/>
          <p:nvPr/>
        </p:nvSpPr>
        <p:spPr>
          <a:xfrm>
            <a:off x="1737360" y="244373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2571750"/>
            <a:ext cx="914" cy="448056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5488" y="3019806"/>
            <a:ext cx="1389888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" name="Shape 9"/>
          <p:cNvSpPr/>
          <p:nvPr/>
        </p:nvSpPr>
        <p:spPr>
          <a:xfrm flipV="1">
            <a:off x="1865376" y="2699766"/>
            <a:ext cx="914" cy="32004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12" name="Shape 10"/>
          <p:cNvSpPr/>
          <p:nvPr/>
        </p:nvSpPr>
        <p:spPr>
          <a:xfrm rot="0" flipH="0" flipV="1">
            <a:off x="1993392" y="2570861"/>
            <a:ext cx="758952" cy="888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13" name="Shape 14"/>
          <p:cNvSpPr/>
          <p:nvPr/>
        </p:nvSpPr>
        <p:spPr>
          <a:xfrm rot="0" flipH="0" flipV="0">
            <a:off x="2752344" y="2366010"/>
            <a:ext cx="777240" cy="420623"/>
          </a:xfrm>
          <a:prstGeom prst="roundRect">
            <a:avLst>
              <a:gd name="adj" fmla="val 8696"/>
            </a:avLst>
          </a:prstGeom>
          <a:solidFill>
            <a:srgbClr val="DDEAF6"/>
          </a:solidFill>
          <a:ln w="1016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Text 15"/>
          <p:cNvSpPr/>
          <p:nvPr/>
        </p:nvSpPr>
        <p:spPr>
          <a:xfrm rot="0" flipH="0" flipV="0">
            <a:off x="2752344" y="2366010"/>
            <a:ext cx="777240" cy="420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 3×3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BN+ReLU</a:t>
            </a:r>
            <a:endParaRPr lang="en-US" sz="900" dirty="0"/>
          </a:p>
        </p:txBody>
      </p:sp>
      <p:sp>
        <p:nvSpPr>
          <p:cNvPr id="15" name="Shape 16"/>
          <p:cNvSpPr/>
          <p:nvPr/>
        </p:nvSpPr>
        <p:spPr>
          <a:xfrm rot="0" flipH="0" flipV="0">
            <a:off x="3529584" y="2571750"/>
            <a:ext cx="402335" cy="4571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" name="Shape 17"/>
          <p:cNvSpPr/>
          <p:nvPr/>
        </p:nvSpPr>
        <p:spPr>
          <a:xfrm>
            <a:off x="3931920" y="2443734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" name="Text 18"/>
          <p:cNvSpPr/>
          <p:nvPr/>
        </p:nvSpPr>
        <p:spPr>
          <a:xfrm>
            <a:off x="3931920" y="244373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900" dirty="0"/>
          </a:p>
        </p:txBody>
      </p:sp>
      <p:sp>
        <p:nvSpPr>
          <p:cNvPr id="18" name="Shape 19"/>
          <p:cNvSpPr/>
          <p:nvPr/>
        </p:nvSpPr>
        <p:spPr>
          <a:xfrm flipV="1">
            <a:off x="2121408" y="2123694"/>
            <a:ext cx="914" cy="448056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Shape 20"/>
          <p:cNvSpPr/>
          <p:nvPr/>
        </p:nvSpPr>
        <p:spPr>
          <a:xfrm>
            <a:off x="2121408" y="2123694"/>
            <a:ext cx="1938528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" name="Shape 21"/>
          <p:cNvSpPr/>
          <p:nvPr/>
        </p:nvSpPr>
        <p:spPr>
          <a:xfrm>
            <a:off x="4059936" y="2123694"/>
            <a:ext cx="914" cy="32004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21" name="Shape 22"/>
          <p:cNvSpPr/>
          <p:nvPr/>
        </p:nvSpPr>
        <p:spPr>
          <a:xfrm>
            <a:off x="4187952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22" name="Shape 23"/>
          <p:cNvSpPr/>
          <p:nvPr/>
        </p:nvSpPr>
        <p:spPr>
          <a:xfrm>
            <a:off x="4315968" y="2361438"/>
            <a:ext cx="457200" cy="420624"/>
          </a:xfrm>
          <a:prstGeom prst="roundRect">
            <a:avLst>
              <a:gd name="adj" fmla="val 8696"/>
            </a:avLst>
          </a:prstGeom>
          <a:solidFill>
            <a:srgbClr val="DDEAF6"/>
          </a:solidFill>
          <a:ln w="1016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" name="Text 24"/>
          <p:cNvSpPr/>
          <p:nvPr/>
        </p:nvSpPr>
        <p:spPr>
          <a:xfrm>
            <a:off x="4315968" y="236143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</a:t>
            </a:r>
            <a:endParaRPr lang="en-US" sz="900" dirty="0"/>
          </a:p>
        </p:txBody>
      </p:sp>
      <p:sp>
        <p:nvSpPr>
          <p:cNvPr id="24" name="Shape 25"/>
          <p:cNvSpPr/>
          <p:nvPr/>
        </p:nvSpPr>
        <p:spPr>
          <a:xfrm>
            <a:off x="4773168" y="2571750"/>
            <a:ext cx="91440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" name="Shape 26"/>
          <p:cNvSpPr/>
          <p:nvPr/>
        </p:nvSpPr>
        <p:spPr>
          <a:xfrm>
            <a:off x="5029200" y="2045970"/>
            <a:ext cx="292608" cy="228600"/>
          </a:xfrm>
          <a:prstGeom prst="roundRect">
            <a:avLst>
              <a:gd name="adj" fmla="val 12000"/>
            </a:avLst>
          </a:prstGeom>
          <a:solidFill>
            <a:srgbClr val="DDEAF6"/>
          </a:solidFill>
          <a:ln w="889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" name="Text 27"/>
          <p:cNvSpPr/>
          <p:nvPr/>
        </p:nvSpPr>
        <p:spPr>
          <a:xfrm>
            <a:off x="5029200" y="204597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</a:t>
            </a:r>
            <a:endParaRPr lang="en-US" sz="900" dirty="0"/>
          </a:p>
        </p:txBody>
      </p:sp>
      <p:sp>
        <p:nvSpPr>
          <p:cNvPr id="27" name="Shape 28"/>
          <p:cNvSpPr/>
          <p:nvPr/>
        </p:nvSpPr>
        <p:spPr>
          <a:xfrm flipV="1">
            <a:off x="4864608" y="2160270"/>
            <a:ext cx="164592" cy="41148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" name="Shape 29"/>
          <p:cNvSpPr/>
          <p:nvPr/>
        </p:nvSpPr>
        <p:spPr>
          <a:xfrm>
            <a:off x="5029200" y="2320290"/>
            <a:ext cx="292608" cy="228600"/>
          </a:xfrm>
          <a:prstGeom prst="roundRect">
            <a:avLst>
              <a:gd name="adj" fmla="val 12000"/>
            </a:avLst>
          </a:prstGeom>
          <a:solidFill>
            <a:srgbClr val="DDEAF6"/>
          </a:solidFill>
          <a:ln w="889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Text 30"/>
          <p:cNvSpPr/>
          <p:nvPr/>
        </p:nvSpPr>
        <p:spPr>
          <a:xfrm>
            <a:off x="5029200" y="232029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</a:t>
            </a:r>
            <a:endParaRPr lang="en-US" sz="900" dirty="0"/>
          </a:p>
        </p:txBody>
      </p:sp>
      <p:sp>
        <p:nvSpPr>
          <p:cNvPr id="30" name="Shape 31"/>
          <p:cNvSpPr/>
          <p:nvPr/>
        </p:nvSpPr>
        <p:spPr>
          <a:xfrm flipV="1">
            <a:off x="4864608" y="2434590"/>
            <a:ext cx="164592" cy="13716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Shape 32"/>
          <p:cNvSpPr/>
          <p:nvPr/>
        </p:nvSpPr>
        <p:spPr>
          <a:xfrm>
            <a:off x="5029200" y="2594610"/>
            <a:ext cx="292608" cy="228600"/>
          </a:xfrm>
          <a:prstGeom prst="roundRect">
            <a:avLst>
              <a:gd name="adj" fmla="val 12000"/>
            </a:avLst>
          </a:prstGeom>
          <a:solidFill>
            <a:srgbClr val="DDEAF6"/>
          </a:solidFill>
          <a:ln w="889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" name="Text 33"/>
          <p:cNvSpPr/>
          <p:nvPr/>
        </p:nvSpPr>
        <p:spPr>
          <a:xfrm>
            <a:off x="5029200" y="259461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</a:t>
            </a:r>
            <a:endParaRPr lang="en-US" sz="900" dirty="0"/>
          </a:p>
        </p:txBody>
      </p:sp>
      <p:sp>
        <p:nvSpPr>
          <p:cNvPr id="33" name="Shape 34"/>
          <p:cNvSpPr/>
          <p:nvPr/>
        </p:nvSpPr>
        <p:spPr>
          <a:xfrm>
            <a:off x="4864608" y="2571750"/>
            <a:ext cx="164592" cy="13716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Shape 35"/>
          <p:cNvSpPr/>
          <p:nvPr/>
        </p:nvSpPr>
        <p:spPr>
          <a:xfrm>
            <a:off x="5029200" y="2868930"/>
            <a:ext cx="292608" cy="228600"/>
          </a:xfrm>
          <a:prstGeom prst="roundRect">
            <a:avLst>
              <a:gd name="adj" fmla="val 12000"/>
            </a:avLst>
          </a:prstGeom>
          <a:solidFill>
            <a:srgbClr val="DDEAF6"/>
          </a:solidFill>
          <a:ln w="889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" name="Text 36"/>
          <p:cNvSpPr/>
          <p:nvPr/>
        </p:nvSpPr>
        <p:spPr>
          <a:xfrm>
            <a:off x="5029200" y="2868930"/>
            <a:ext cx="292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</a:t>
            </a:r>
            <a:endParaRPr lang="en-US" sz="900" dirty="0"/>
          </a:p>
        </p:txBody>
      </p:sp>
      <p:sp>
        <p:nvSpPr>
          <p:cNvPr id="36" name="Shape 37"/>
          <p:cNvSpPr/>
          <p:nvPr/>
        </p:nvSpPr>
        <p:spPr>
          <a:xfrm>
            <a:off x="4864608" y="2571750"/>
            <a:ext cx="164592" cy="41148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" name="Shape 38"/>
          <p:cNvSpPr/>
          <p:nvPr/>
        </p:nvSpPr>
        <p:spPr>
          <a:xfrm>
            <a:off x="5321808" y="2160270"/>
            <a:ext cx="164592" cy="41148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Shape 39"/>
          <p:cNvSpPr/>
          <p:nvPr/>
        </p:nvSpPr>
        <p:spPr>
          <a:xfrm>
            <a:off x="5321808" y="2434590"/>
            <a:ext cx="164592" cy="13716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" name="Shape 40"/>
          <p:cNvSpPr/>
          <p:nvPr/>
        </p:nvSpPr>
        <p:spPr>
          <a:xfrm flipV="1">
            <a:off x="5321808" y="2571750"/>
            <a:ext cx="164592" cy="13716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" name="Shape 41"/>
          <p:cNvSpPr/>
          <p:nvPr/>
        </p:nvSpPr>
        <p:spPr>
          <a:xfrm flipV="1">
            <a:off x="5321808" y="2571750"/>
            <a:ext cx="164592" cy="411480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" name="Shape 42"/>
          <p:cNvSpPr/>
          <p:nvPr/>
        </p:nvSpPr>
        <p:spPr>
          <a:xfrm>
            <a:off x="5486400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42" name="Shape 43"/>
          <p:cNvSpPr/>
          <p:nvPr/>
        </p:nvSpPr>
        <p:spPr>
          <a:xfrm>
            <a:off x="5614416" y="2361438"/>
            <a:ext cx="548640" cy="420624"/>
          </a:xfrm>
          <a:prstGeom prst="roundRect">
            <a:avLst>
              <a:gd name="adj" fmla="val 8696"/>
            </a:avLst>
          </a:prstGeom>
          <a:solidFill>
            <a:srgbClr val="DDEAF6"/>
          </a:solidFill>
          <a:ln w="1016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" name="Text 44"/>
          <p:cNvSpPr/>
          <p:nvPr/>
        </p:nvSpPr>
        <p:spPr>
          <a:xfrm>
            <a:off x="5614416" y="236143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Concat</a:t>
            </a:r>
            <a:endParaRPr lang="en-US" sz="900" dirty="0"/>
          </a:p>
        </p:txBody>
      </p:sp>
      <p:sp>
        <p:nvSpPr>
          <p:cNvPr id="44" name="Shape 45"/>
          <p:cNvSpPr/>
          <p:nvPr/>
        </p:nvSpPr>
        <p:spPr>
          <a:xfrm>
            <a:off x="6163056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45" name="Shape 46"/>
          <p:cNvSpPr/>
          <p:nvPr/>
        </p:nvSpPr>
        <p:spPr>
          <a:xfrm>
            <a:off x="6291072" y="2361438"/>
            <a:ext cx="320040" cy="420624"/>
          </a:xfrm>
          <a:prstGeom prst="roundRect">
            <a:avLst>
              <a:gd name="adj" fmla="val 11429"/>
            </a:avLst>
          </a:prstGeom>
          <a:solidFill>
            <a:srgbClr val="DDEAF6"/>
          </a:solidFill>
          <a:ln w="1016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Text 47"/>
          <p:cNvSpPr/>
          <p:nvPr/>
        </p:nvSpPr>
        <p:spPr>
          <a:xfrm>
            <a:off x="6291072" y="2361438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</a:t>
            </a:r>
            <a:endParaRPr lang="en-US" sz="900" dirty="0"/>
          </a:p>
        </p:txBody>
      </p:sp>
      <p:sp>
        <p:nvSpPr>
          <p:cNvPr id="47" name="Shape 48"/>
          <p:cNvSpPr/>
          <p:nvPr/>
        </p:nvSpPr>
        <p:spPr>
          <a:xfrm>
            <a:off x="6611112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48" name="Shape 49"/>
          <p:cNvSpPr/>
          <p:nvPr/>
        </p:nvSpPr>
        <p:spPr>
          <a:xfrm>
            <a:off x="6739128" y="2361438"/>
            <a:ext cx="548640" cy="420624"/>
          </a:xfrm>
          <a:prstGeom prst="roundRect">
            <a:avLst>
              <a:gd name="adj" fmla="val 8696"/>
            </a:avLst>
          </a:prstGeom>
          <a:solidFill>
            <a:srgbClr val="DDEAF6"/>
          </a:solidFill>
          <a:ln w="10160">
            <a:solidFill>
              <a:srgbClr val="5B9BD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" name="Text 50"/>
          <p:cNvSpPr/>
          <p:nvPr/>
        </p:nvSpPr>
        <p:spPr>
          <a:xfrm>
            <a:off x="6739128" y="236143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Sigmoid</a:t>
            </a:r>
            <a:endParaRPr lang="en-US" sz="900" dirty="0"/>
          </a:p>
        </p:txBody>
      </p:sp>
      <p:sp>
        <p:nvSpPr>
          <p:cNvPr id="50" name="Shape 51"/>
          <p:cNvSpPr/>
          <p:nvPr/>
        </p:nvSpPr>
        <p:spPr>
          <a:xfrm>
            <a:off x="7287768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" name="Shape 52"/>
          <p:cNvSpPr/>
          <p:nvPr/>
        </p:nvSpPr>
        <p:spPr>
          <a:xfrm>
            <a:off x="7415784" y="2443734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" name="Text 53"/>
          <p:cNvSpPr/>
          <p:nvPr/>
        </p:nvSpPr>
        <p:spPr>
          <a:xfrm>
            <a:off x="7415784" y="244373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</a:t>
            </a:r>
            <a:endParaRPr lang="en-US" sz="900" dirty="0"/>
          </a:p>
        </p:txBody>
      </p:sp>
      <p:sp>
        <p:nvSpPr>
          <p:cNvPr id="53" name="Shape 54"/>
          <p:cNvSpPr/>
          <p:nvPr/>
        </p:nvSpPr>
        <p:spPr>
          <a:xfrm>
            <a:off x="7671816" y="2571750"/>
            <a:ext cx="128016" cy="914"/>
          </a:xfrm>
          <a:prstGeom prst="line">
            <a:avLst/>
          </a:prstGeom>
          <a:noFill/>
          <a:ln w="8890">
            <a:solidFill>
              <a:srgbClr val="666666"/>
            </a:solidFill>
            <a:prstDash val="solid"/>
            <a:tailEnd type="triangle"/>
          </a:ln>
        </p:spPr>
        <p:txBody>
          <a:bodyPr/>
          <a:p>
            <a:pPr/>
            <a:endParaRPr/>
          </a:p>
        </p:txBody>
      </p:sp>
      <p:sp>
        <p:nvSpPr>
          <p:cNvPr id="54" name="Text 55"/>
          <p:cNvSpPr/>
          <p:nvPr/>
        </p:nvSpPr>
        <p:spPr>
          <a:xfrm>
            <a:off x="7799832" y="248031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2026-04-01T16:46:13Z</dcterms:created>
  <dcterms:modified xsi:type="dcterms:W3CDTF">2026-04-01T16:46:13Z</dcterms:modified>
</cp:coreProperties>
</file>