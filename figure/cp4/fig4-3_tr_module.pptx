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docProps/core.xml" ContentType="application/vnd.openxmlformats-package.core-properties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2"/>
  </p:notesMasterIdLst>
  <p:sldIdLst>
    <p:sldId id="256" r:id="rId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tableStyles.xml><?xml version="1.0" encoding="utf-8"?>
<a:tblStyleLst xmlns:a="http://schemas.openxmlformats.org/drawingml/2006/main" def="{5C22544A-7EE6-4342-B048-85BDC9FD1C3A}">
  <a:tblStyle styleId="{58542034-FE4F-4ADA-92B8-4CA66D0F0DF3}" styleName="腾讯文档-基本">
    <a:wholeTbl>
      <a:tcTxStyle>
        <a:fontRef idx="minor"/>
        <a:srgbClr val="000000"/>
      </a:tcTxStyle>
      <a:tcStyle>
        <a:tcBdr>
          <a:left>
            <a:ln w="12700" cmpd="sng">
              <a:solidFill>
                <a:srgbClr val="999999"/>
              </a:solidFill>
            </a:ln>
          </a:left>
          <a:right>
            <a:ln w="12700" cmpd="sng">
              <a:solidFill>
                <a:srgbClr val="999999"/>
              </a:solidFill>
            </a:ln>
          </a:right>
          <a:top>
            <a:ln w="12700" cmpd="sng">
              <a:solidFill>
                <a:srgbClr val="999999"/>
              </a:solidFill>
            </a:ln>
          </a:top>
          <a:bottom>
            <a:ln w="12700" cmpd="sng">
              <a:solidFill>
                <a:srgbClr val="999999"/>
              </a:solidFill>
            </a:ln>
          </a:bottom>
          <a:insideH>
            <a:ln w="12700" cmpd="sng">
              <a:solidFill>
                <a:srgbClr val="999999"/>
              </a:solidFill>
            </a:ln>
          </a:insideH>
          <a:insideV>
            <a:ln w="12700" cmpd="sng">
              <a:solidFill>
                <a:srgbClr val="999999"/>
              </a:solidFill>
            </a:ln>
          </a:insideV>
        </a:tcBdr>
        <a:fill>
          <a:solidFill>
            <a:srgbClr val="FFFFFF"/>
          </a:solidFill>
        </a:fill>
      </a:tcStyle>
    </a:wholeTbl>
  </a:tblStyle>
</a:tblStyleLst>
</file>

<file path=ppt/_rels/presentation.xml.rels><?xml version="1.0" encoding="UTF-8" standalone="yes"?><Relationships xmlns="http://schemas.openxmlformats.org/package/2006/relationships"><Relationship Id="rId3" Type="http://schemas.openxmlformats.org/officeDocument/2006/relationships/tableStyles" Target="tableStyles.xml" /><Relationship Id="rId2" Type="http://schemas.openxmlformats.org/officeDocument/2006/relationships/notesMaster" Target="notesMasters/notesMaster1.xml" /><Relationship Id="rId1" Type="http://schemas.openxmlformats.org/officeDocument/2006/relationships/slide" Target="slides/slide1.xml" /><Relationship Id="rId0" Type="http://schemas.openxmlformats.org/officeDocument/2006/relationships/slideMaster" Target="slideMasters/slideMaster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/>
          </a:p>
          <a:p>
            <a:pPr lvl="1"/>
            <a:r>
              <a:rPr lang="en-US"/>
              <a:t>Second level</a:t>
            </a:r>
            <a:endParaRPr/>
          </a:p>
          <a:p>
            <a:pPr lvl="2"/>
            <a:r>
              <a:rPr lang="en-US"/>
              <a:t>Third level</a:t>
            </a:r>
            <a:endParaRPr/>
          </a:p>
          <a:p>
            <a:pPr lvl="3"/>
            <a:r>
              <a:rPr lang="en-US"/>
              <a:t>Fourth level</a:t>
            </a:r>
            <a:endParaRPr/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.xml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.xml" /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2480310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Input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 rot="0" flipH="0" flipV="0">
            <a:off x="621792" y="2571750"/>
            <a:ext cx="274320" cy="913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  <a:tailEnd type="triangle"/>
          </a:ln>
        </p:spPr>
        <p:txBody>
          <a:bodyPr/>
          <a:p>
            <a:pPr/>
            <a:endParaRPr/>
          </a:p>
        </p:txBody>
      </p:sp>
      <p:sp>
        <p:nvSpPr>
          <p:cNvPr id="4" name="Shape 2"/>
          <p:cNvSpPr/>
          <p:nvPr/>
        </p:nvSpPr>
        <p:spPr>
          <a:xfrm>
            <a:off x="896112" y="2343150"/>
            <a:ext cx="1005840" cy="457200"/>
          </a:xfrm>
          <a:prstGeom prst="roundRect">
            <a:avLst>
              <a:gd name="adj" fmla="val 8000"/>
            </a:avLst>
          </a:prstGeom>
          <a:solidFill>
            <a:srgbClr val="DDEAF6"/>
          </a:solidFill>
          <a:ln w="10160">
            <a:solidFill>
              <a:srgbClr val="5B9BD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" name="Text 3"/>
          <p:cNvSpPr/>
          <p:nvPr/>
        </p:nvSpPr>
        <p:spPr>
          <a:xfrm>
            <a:off x="896112" y="234315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DWConv 3×3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901952" y="2571750"/>
            <a:ext cx="164592" cy="914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" name="Shape 5"/>
          <p:cNvSpPr/>
          <p:nvPr/>
        </p:nvSpPr>
        <p:spPr>
          <a:xfrm>
            <a:off x="2066544" y="2434590"/>
            <a:ext cx="274320" cy="27432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999999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" name="Text 6"/>
          <p:cNvSpPr/>
          <p:nvPr/>
        </p:nvSpPr>
        <p:spPr>
          <a:xfrm>
            <a:off x="2066544" y="243459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731520" y="2087118"/>
            <a:ext cx="914" cy="484632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0" name="Shape 8"/>
          <p:cNvSpPr/>
          <p:nvPr/>
        </p:nvSpPr>
        <p:spPr>
          <a:xfrm>
            <a:off x="731520" y="2087118"/>
            <a:ext cx="1472184" cy="914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" name="Shape 9"/>
          <p:cNvSpPr/>
          <p:nvPr/>
        </p:nvSpPr>
        <p:spPr>
          <a:xfrm>
            <a:off x="2203704" y="2087118"/>
            <a:ext cx="914" cy="347472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  <a:tailEnd type="triangle"/>
          </a:ln>
        </p:spPr>
        <p:txBody>
          <a:bodyPr/>
          <a:p>
            <a:pPr/>
            <a:endParaRPr/>
          </a:p>
        </p:txBody>
      </p:sp>
      <p:sp>
        <p:nvSpPr>
          <p:cNvPr id="12" name="Shape 10"/>
          <p:cNvSpPr/>
          <p:nvPr/>
        </p:nvSpPr>
        <p:spPr>
          <a:xfrm rot="0" flipH="0" flipV="1">
            <a:off x="2340864" y="2570861"/>
            <a:ext cx="786384" cy="888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  <a:tailEnd type="triangle"/>
          </a:ln>
        </p:spPr>
        <p:txBody>
          <a:bodyPr/>
          <a:p>
            <a:pPr/>
            <a:endParaRPr/>
          </a:p>
        </p:txBody>
      </p:sp>
      <p:sp>
        <p:nvSpPr>
          <p:cNvPr id="13" name="Shape 14"/>
          <p:cNvSpPr/>
          <p:nvPr/>
        </p:nvSpPr>
        <p:spPr>
          <a:xfrm>
            <a:off x="3127248" y="2343150"/>
            <a:ext cx="1371600" cy="457200"/>
          </a:xfrm>
          <a:prstGeom prst="roundRect">
            <a:avLst>
              <a:gd name="adj" fmla="val 8000"/>
            </a:avLst>
          </a:prstGeom>
          <a:solidFill>
            <a:srgbClr val="C5D9F1"/>
          </a:solidFill>
          <a:ln w="10160">
            <a:solidFill>
              <a:srgbClr val="4472C4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" name="Text 15"/>
          <p:cNvSpPr/>
          <p:nvPr/>
        </p:nvSpPr>
        <p:spPr>
          <a:xfrm>
            <a:off x="3127248" y="234315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Bi-level Routing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Attention</a:t>
            </a:r>
            <a:endParaRPr lang="en-US" sz="900" dirty="0"/>
          </a:p>
        </p:txBody>
      </p:sp>
      <p:sp>
        <p:nvSpPr>
          <p:cNvPr id="15" name="Shape 16"/>
          <p:cNvSpPr/>
          <p:nvPr/>
        </p:nvSpPr>
        <p:spPr>
          <a:xfrm>
            <a:off x="4498848" y="2571750"/>
            <a:ext cx="164592" cy="914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" name="Shape 17"/>
          <p:cNvSpPr/>
          <p:nvPr/>
        </p:nvSpPr>
        <p:spPr>
          <a:xfrm>
            <a:off x="4663440" y="2434590"/>
            <a:ext cx="274320" cy="27432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999999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" name="Text 18"/>
          <p:cNvSpPr/>
          <p:nvPr/>
        </p:nvSpPr>
        <p:spPr>
          <a:xfrm>
            <a:off x="4663440" y="243459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</a:t>
            </a:r>
            <a:endParaRPr lang="en-US" sz="1000" dirty="0"/>
          </a:p>
        </p:txBody>
      </p:sp>
      <p:sp>
        <p:nvSpPr>
          <p:cNvPr id="18" name="Shape 19"/>
          <p:cNvSpPr/>
          <p:nvPr/>
        </p:nvSpPr>
        <p:spPr>
          <a:xfrm>
            <a:off x="2505456" y="2571750"/>
            <a:ext cx="914" cy="484632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9" name="Shape 20"/>
          <p:cNvSpPr/>
          <p:nvPr/>
        </p:nvSpPr>
        <p:spPr>
          <a:xfrm>
            <a:off x="2505456" y="3056382"/>
            <a:ext cx="2295144" cy="914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0" name="Shape 21"/>
          <p:cNvSpPr/>
          <p:nvPr/>
        </p:nvSpPr>
        <p:spPr>
          <a:xfrm flipV="1">
            <a:off x="4800600" y="2708910"/>
            <a:ext cx="914" cy="347472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  <a:tailEnd type="triangle"/>
          </a:ln>
        </p:spPr>
        <p:txBody>
          <a:bodyPr/>
          <a:p>
            <a:pPr/>
            <a:endParaRPr/>
          </a:p>
        </p:txBody>
      </p:sp>
      <p:sp>
        <p:nvSpPr>
          <p:cNvPr id="21" name="Shape 22"/>
          <p:cNvSpPr/>
          <p:nvPr/>
        </p:nvSpPr>
        <p:spPr>
          <a:xfrm rot="0" flipH="0" flipV="0">
            <a:off x="4937760" y="2571750"/>
            <a:ext cx="786384" cy="913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  <a:tailEnd type="triangle"/>
          </a:ln>
        </p:spPr>
        <p:txBody>
          <a:bodyPr/>
          <a:p>
            <a:pPr/>
            <a:endParaRPr/>
          </a:p>
        </p:txBody>
      </p:sp>
      <p:sp>
        <p:nvSpPr>
          <p:cNvPr id="22" name="Shape 26"/>
          <p:cNvSpPr/>
          <p:nvPr/>
        </p:nvSpPr>
        <p:spPr>
          <a:xfrm>
            <a:off x="5724144" y="2343150"/>
            <a:ext cx="640080" cy="457200"/>
          </a:xfrm>
          <a:prstGeom prst="roundRect">
            <a:avLst>
              <a:gd name="adj" fmla="val 8000"/>
            </a:avLst>
          </a:prstGeom>
          <a:solidFill>
            <a:srgbClr val="DDEAF6"/>
          </a:solidFill>
          <a:ln w="10160">
            <a:solidFill>
              <a:srgbClr val="5B9BD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" name="Text 27"/>
          <p:cNvSpPr/>
          <p:nvPr/>
        </p:nvSpPr>
        <p:spPr>
          <a:xfrm>
            <a:off x="5724144" y="234315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MLP</a:t>
            </a:r>
            <a:endParaRPr lang="en-US" sz="900" dirty="0"/>
          </a:p>
        </p:txBody>
      </p:sp>
      <p:sp>
        <p:nvSpPr>
          <p:cNvPr id="24" name="Shape 28"/>
          <p:cNvSpPr/>
          <p:nvPr/>
        </p:nvSpPr>
        <p:spPr>
          <a:xfrm>
            <a:off x="6364224" y="2571750"/>
            <a:ext cx="164592" cy="914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5" name="Shape 29"/>
          <p:cNvSpPr/>
          <p:nvPr/>
        </p:nvSpPr>
        <p:spPr>
          <a:xfrm>
            <a:off x="6528816" y="2434590"/>
            <a:ext cx="274320" cy="27432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999999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6" name="Text 30"/>
          <p:cNvSpPr/>
          <p:nvPr/>
        </p:nvSpPr>
        <p:spPr>
          <a:xfrm>
            <a:off x="6528816" y="243459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</a:t>
            </a:r>
            <a:endParaRPr lang="en-US" sz="1000" dirty="0"/>
          </a:p>
        </p:txBody>
      </p:sp>
      <p:sp>
        <p:nvSpPr>
          <p:cNvPr id="27" name="Shape 31"/>
          <p:cNvSpPr/>
          <p:nvPr/>
        </p:nvSpPr>
        <p:spPr>
          <a:xfrm flipV="1">
            <a:off x="5102352" y="2087118"/>
            <a:ext cx="914" cy="484632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8" name="Shape 32"/>
          <p:cNvSpPr/>
          <p:nvPr/>
        </p:nvSpPr>
        <p:spPr>
          <a:xfrm>
            <a:off x="5102352" y="2087118"/>
            <a:ext cx="1563624" cy="914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9" name="Shape 33"/>
          <p:cNvSpPr/>
          <p:nvPr/>
        </p:nvSpPr>
        <p:spPr>
          <a:xfrm>
            <a:off x="6665976" y="2087118"/>
            <a:ext cx="914" cy="347472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  <a:tailEnd type="triangle"/>
          </a:ln>
        </p:spPr>
        <p:txBody>
          <a:bodyPr/>
          <a:p>
            <a:pPr/>
            <a:endParaRPr/>
          </a:p>
        </p:txBody>
      </p:sp>
      <p:sp>
        <p:nvSpPr>
          <p:cNvPr id="30" name="Shape 34"/>
          <p:cNvSpPr/>
          <p:nvPr/>
        </p:nvSpPr>
        <p:spPr>
          <a:xfrm rot="0" flipH="0" flipV="0">
            <a:off x="6803136" y="2571750"/>
            <a:ext cx="274320" cy="914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  <a:tailEnd type="triangle"/>
          </a:ln>
        </p:spPr>
        <p:txBody>
          <a:bodyPr/>
          <a:p>
            <a:pPr/>
            <a:endParaRPr/>
          </a:p>
        </p:txBody>
      </p:sp>
      <p:sp>
        <p:nvSpPr>
          <p:cNvPr id="31" name="Text 35"/>
          <p:cNvSpPr/>
          <p:nvPr/>
        </p:nvSpPr>
        <p:spPr>
          <a:xfrm rot="0" flipH="0" flipV="0">
            <a:off x="7077456" y="2479421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Output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thm15="http://schemas.microsoft.com/office/thememl/2012/main" xmlns:a="http://schemas.openxmlformats.org/drawingml/2006/main" xmlns:mc="http://schemas.openxmlformats.org/markup-compatibility/2006" name="Office 主题​​" mc:Ignorable="thm15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明朝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2026-04-01T15:35:29Z</dcterms:created>
  <dcterms:modified xsi:type="dcterms:W3CDTF">2026-04-01T15:35:29Z</dcterms:modified>
</cp:coreProperties>
</file>