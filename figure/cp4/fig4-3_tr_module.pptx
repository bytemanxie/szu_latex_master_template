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3" Type="http://schemas.openxmlformats.org/officeDocument/2006/relationships/tableStyles" Target="tableStyle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1453604" y="2523976"/>
            <a:ext cx="2017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3" name="Text 2"/>
          <p:cNvSpPr/>
          <p:nvPr/>
        </p:nvSpPr>
        <p:spPr>
          <a:xfrm>
            <a:off x="1702147" y="2558951"/>
            <a:ext cx="152400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3"/>
          <p:cNvSpPr/>
          <p:nvPr/>
        </p:nvSpPr>
        <p:spPr>
          <a:xfrm>
            <a:off x="1854547" y="2389138"/>
            <a:ext cx="1071860" cy="364927"/>
          </a:xfrm>
          <a:prstGeom prst="roundRect">
            <a:avLst>
              <a:gd name="adj" fmla="val 13921"/>
            </a:avLst>
          </a:prstGeom>
          <a:solidFill>
            <a:srgbClr val="D6E4F0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4"/>
          <p:cNvSpPr/>
          <p:nvPr/>
        </p:nvSpPr>
        <p:spPr>
          <a:xfrm>
            <a:off x="2008992" y="2500164"/>
            <a:ext cx="762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DWConv 3x3</a:t>
            </a:r>
            <a:endParaRPr lang="en-US" sz="1000" dirty="0"/>
          </a:p>
        </p:txBody>
      </p:sp>
      <p:sp>
        <p:nvSpPr>
          <p:cNvPr id="6" name="Text 5"/>
          <p:cNvSpPr/>
          <p:nvPr/>
        </p:nvSpPr>
        <p:spPr>
          <a:xfrm>
            <a:off x="2926407" y="2558951"/>
            <a:ext cx="101501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6"/>
          <p:cNvSpPr/>
          <p:nvPr/>
        </p:nvSpPr>
        <p:spPr>
          <a:xfrm>
            <a:off x="3027908" y="2412950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7"/>
          <p:cNvSpPr/>
          <p:nvPr/>
        </p:nvSpPr>
        <p:spPr>
          <a:xfrm>
            <a:off x="3142059" y="2485876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8"/>
          <p:cNvSpPr/>
          <p:nvPr/>
        </p:nvSpPr>
        <p:spPr>
          <a:xfrm>
            <a:off x="3345359" y="2558951"/>
            <a:ext cx="152400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9"/>
          <p:cNvSpPr/>
          <p:nvPr/>
        </p:nvSpPr>
        <p:spPr>
          <a:xfrm>
            <a:off x="3497759" y="2414439"/>
            <a:ext cx="435322" cy="314325"/>
          </a:xfrm>
          <a:prstGeom prst="roundRect">
            <a:avLst>
              <a:gd name="adj" fmla="val 16162"/>
            </a:avLst>
          </a:prstGeom>
          <a:solidFill>
            <a:srgbClr val="D6E4F0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10"/>
          <p:cNvSpPr/>
          <p:nvPr/>
        </p:nvSpPr>
        <p:spPr>
          <a:xfrm>
            <a:off x="3632610" y="2500164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1000" dirty="0"/>
          </a:p>
        </p:txBody>
      </p:sp>
      <p:sp>
        <p:nvSpPr>
          <p:cNvPr id="12" name="Text 11"/>
          <p:cNvSpPr/>
          <p:nvPr/>
        </p:nvSpPr>
        <p:spPr>
          <a:xfrm>
            <a:off x="3933081" y="2558951"/>
            <a:ext cx="101501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2"/>
          <p:cNvSpPr/>
          <p:nvPr/>
        </p:nvSpPr>
        <p:spPr>
          <a:xfrm>
            <a:off x="4034582" y="2320975"/>
            <a:ext cx="1073497" cy="501402"/>
          </a:xfrm>
          <a:prstGeom prst="roundRect">
            <a:avLst>
              <a:gd name="adj" fmla="val 10132"/>
            </a:avLst>
          </a:prstGeom>
          <a:solidFill>
            <a:srgbClr val="D6E4F0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3"/>
          <p:cNvSpPr/>
          <p:nvPr/>
        </p:nvSpPr>
        <p:spPr>
          <a:xfrm>
            <a:off x="4163052" y="2432000"/>
            <a:ext cx="816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Bi-level Routing</a:t>
            </a:r>
            <a:endParaRPr lang="en-US" sz="900" dirty="0"/>
          </a:p>
        </p:txBody>
      </p:sp>
      <p:sp>
        <p:nvSpPr>
          <p:cNvPr id="15" name="Text 14"/>
          <p:cNvSpPr/>
          <p:nvPr/>
        </p:nvSpPr>
        <p:spPr>
          <a:xfrm>
            <a:off x="4341120" y="2578001"/>
            <a:ext cx="460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6" name="Text 15"/>
          <p:cNvSpPr/>
          <p:nvPr/>
        </p:nvSpPr>
        <p:spPr>
          <a:xfrm>
            <a:off x="5108079" y="2558951"/>
            <a:ext cx="101501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6"/>
          <p:cNvSpPr/>
          <p:nvPr/>
        </p:nvSpPr>
        <p:spPr>
          <a:xfrm>
            <a:off x="5209580" y="2412950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7"/>
          <p:cNvSpPr/>
          <p:nvPr/>
        </p:nvSpPr>
        <p:spPr>
          <a:xfrm>
            <a:off x="5323731" y="2485876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8"/>
          <p:cNvSpPr/>
          <p:nvPr/>
        </p:nvSpPr>
        <p:spPr>
          <a:xfrm>
            <a:off x="5527030" y="2558951"/>
            <a:ext cx="152400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9"/>
          <p:cNvSpPr/>
          <p:nvPr/>
        </p:nvSpPr>
        <p:spPr>
          <a:xfrm>
            <a:off x="5679430" y="2414439"/>
            <a:ext cx="435322" cy="314325"/>
          </a:xfrm>
          <a:prstGeom prst="roundRect">
            <a:avLst>
              <a:gd name="adj" fmla="val 16162"/>
            </a:avLst>
          </a:prstGeom>
          <a:solidFill>
            <a:srgbClr val="D6E4F0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20"/>
          <p:cNvSpPr/>
          <p:nvPr/>
        </p:nvSpPr>
        <p:spPr>
          <a:xfrm>
            <a:off x="5814282" y="2500164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</a:t>
            </a:r>
            <a:endParaRPr lang="en-US" sz="1000" dirty="0"/>
          </a:p>
        </p:txBody>
      </p:sp>
      <p:sp>
        <p:nvSpPr>
          <p:cNvPr id="22" name="Text 21"/>
          <p:cNvSpPr/>
          <p:nvPr/>
        </p:nvSpPr>
        <p:spPr>
          <a:xfrm>
            <a:off x="6114752" y="2558951"/>
            <a:ext cx="101501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2"/>
          <p:cNvSpPr/>
          <p:nvPr/>
        </p:nvSpPr>
        <p:spPr>
          <a:xfrm>
            <a:off x="6216253" y="2389138"/>
            <a:ext cx="585043" cy="364927"/>
          </a:xfrm>
          <a:prstGeom prst="roundRect">
            <a:avLst>
              <a:gd name="adj" fmla="val 13921"/>
            </a:avLst>
          </a:prstGeom>
          <a:solidFill>
            <a:srgbClr val="D6E4F0"/>
          </a:solidFill>
          <a:ln w="9525">
            <a:solidFill>
              <a:srgbClr val="B0C4D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3"/>
          <p:cNvSpPr/>
          <p:nvPr/>
        </p:nvSpPr>
        <p:spPr>
          <a:xfrm>
            <a:off x="6375566" y="2500164"/>
            <a:ext cx="266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00" dirty="0"/>
          </a:p>
        </p:txBody>
      </p:sp>
      <p:sp>
        <p:nvSpPr>
          <p:cNvPr id="25" name="Text 24"/>
          <p:cNvSpPr/>
          <p:nvPr/>
        </p:nvSpPr>
        <p:spPr>
          <a:xfrm>
            <a:off x="6801296" y="2558951"/>
            <a:ext cx="101501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5"/>
          <p:cNvSpPr/>
          <p:nvPr/>
        </p:nvSpPr>
        <p:spPr>
          <a:xfrm>
            <a:off x="6902797" y="2412950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6"/>
          <p:cNvSpPr/>
          <p:nvPr/>
        </p:nvSpPr>
        <p:spPr>
          <a:xfrm>
            <a:off x="7016948" y="2485876"/>
            <a:ext cx="90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7"/>
          <p:cNvSpPr/>
          <p:nvPr/>
        </p:nvSpPr>
        <p:spPr>
          <a:xfrm>
            <a:off x="7220248" y="2558951"/>
            <a:ext cx="152400" cy="2530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8"/>
          <p:cNvSpPr/>
          <p:nvPr/>
        </p:nvSpPr>
        <p:spPr>
          <a:xfrm>
            <a:off x="7423398" y="2523976"/>
            <a:ext cx="272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2026-03-21T19:48:05Z</dcterms:created>
  <dcterms:modified xsi:type="dcterms:W3CDTF">2026-03-21T19:48:05Z</dcterms:modified>
</cp:coreProperties>
</file>