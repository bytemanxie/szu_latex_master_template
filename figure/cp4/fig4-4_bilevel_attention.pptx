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731520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731520"/>
            <a:ext cx="292608" cy="292608"/>
          </a:xfrm>
          <a:prstGeom prst="rect">
            <a:avLst/>
          </a:prstGeom>
          <a:solidFill>
            <a:srgbClr val="FF6B6B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731520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6464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6464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97510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窗口划分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01952" y="1316736"/>
            <a:ext cx="548640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79192" y="731520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731520"/>
            <a:ext cx="292608" cy="292608"/>
          </a:xfrm>
          <a:prstGeom prst="rect">
            <a:avLst/>
          </a:prstGeom>
          <a:solidFill>
            <a:srgbClr val="8BC48A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731520"/>
            <a:ext cx="292608" cy="292608"/>
          </a:xfrm>
          <a:prstGeom prst="rect">
            <a:avLst/>
          </a:prstGeom>
          <a:solidFill>
            <a:srgbClr val="FF6B6B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7016" y="731520"/>
            <a:ext cx="292608" cy="292608"/>
          </a:xfrm>
          <a:prstGeom prst="rect">
            <a:avLst/>
          </a:prstGeom>
          <a:solidFill>
            <a:srgbClr val="8BC48A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9192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1024128"/>
            <a:ext cx="292608" cy="292608"/>
          </a:xfrm>
          <a:prstGeom prst="rect">
            <a:avLst/>
          </a:prstGeom>
          <a:solidFill>
            <a:srgbClr val="8BC48A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4408" y="1024128"/>
            <a:ext cx="292608" cy="292608"/>
          </a:xfrm>
          <a:prstGeom prst="rect">
            <a:avLst/>
          </a:prstGeom>
          <a:solidFill>
            <a:srgbClr val="8BC48A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57016" y="1024128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79192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7016" y="1316736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9192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57016" y="1609344"/>
            <a:ext cx="29260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197510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稀疏选择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79192" y="2157984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(TopK 路由)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32504" y="1316736"/>
            <a:ext cx="548640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764024" y="640080"/>
            <a:ext cx="1463040" cy="1353312"/>
          </a:xfrm>
          <a:prstGeom prst="roundRect">
            <a:avLst>
              <a:gd name="adj" fmla="val 5405"/>
            </a:avLst>
          </a:prstGeom>
          <a:solidFill>
            <a:srgbClr val="F0F7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777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 × 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64024" y="1033272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64024" y="11612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64024" y="1417320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64024" y="15453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× 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64024" y="206654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局部注意力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92824" y="777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图例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92824" y="1024128"/>
            <a:ext cx="182880" cy="182880"/>
          </a:xfrm>
          <a:prstGeom prst="rect">
            <a:avLst/>
          </a:prstGeom>
          <a:solidFill>
            <a:srgbClr val="FF6B6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8856" y="10241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查询窗口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92824" y="1280160"/>
            <a:ext cx="182880" cy="182880"/>
          </a:xfrm>
          <a:prstGeom prst="rect">
            <a:avLst/>
          </a:prstGeom>
          <a:solidFill>
            <a:srgbClr val="8BC48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48856" y="1280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被选中窗口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92824" y="1536192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48856" y="1536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忽略窗口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2496312"/>
            <a:ext cx="4837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← 第一层：区域级路由（粗粒度）→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81144" y="2496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← 第二层：令牌级注意力（细粒度）→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92824" y="10424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Q: 查询向量 (Query)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92824" y="12252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K: 键向量 (Key)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92824" y="140817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V: 值向量 (Value)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92824" y="15910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A: 注意力权重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2026-04-01T06:23:46Z</dcterms:created>
  <dcterms:modified xsi:type="dcterms:W3CDTF">2026-04-01T06:23:46Z</dcterms:modified>
</cp:coreProperties>
</file>