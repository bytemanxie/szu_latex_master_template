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27943"/>
            <a:ext cx="1231850" cy="561826"/>
          </a:xfrm>
          <a:prstGeom prst="roundRect">
            <a:avLst>
              <a:gd name="adj" fmla="val 13563"/>
            </a:avLst>
          </a:prstGeom>
          <a:solidFill>
            <a:srgbClr val="FFF8E1"/>
          </a:solidFill>
          <a:ln w="19050">
            <a:solidFill>
              <a:srgbClr val="E6A2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2560" y="1073944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解码器融合特征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2560" y="124851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C=560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282601" y="1104007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95823" y="279202"/>
            <a:ext cx="488752" cy="193477"/>
          </a:xfrm>
          <a:prstGeom prst="roundRect">
            <a:avLst>
              <a:gd name="adj" fmla="val 65641"/>
            </a:avLst>
          </a:prstGeom>
          <a:solidFill>
            <a:srgbClr val="F5F5F5"/>
          </a:solidFill>
          <a:ln w="9525">
            <a:solidFill>
              <a:srgbClr val="BDBDB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06848" y="314027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第一级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511201" y="536079"/>
            <a:ext cx="2057995" cy="1129457"/>
          </a:xfrm>
          <a:prstGeom prst="roundRect">
            <a:avLst>
              <a:gd name="adj" fmla="val 6747"/>
            </a:avLst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39541" y="656630"/>
            <a:ext cx="18013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坐标注意力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39541" y="831205"/>
            <a:ext cx="1801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Attention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00374" y="964555"/>
            <a:ext cx="613767" cy="174427"/>
          </a:xfrm>
          <a:prstGeom prst="roundRect">
            <a:avLst>
              <a:gd name="adj" fmla="val 21843"/>
            </a:avLst>
          </a:prstGeom>
          <a:solidFill>
            <a:srgbClr val="F1F8E9"/>
          </a:solidFill>
          <a:ln w="9525">
            <a:solidFill>
              <a:srgbClr val="AED5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68620" y="999381"/>
            <a:ext cx="4772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6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水平池化 H×1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451796" y="1008906"/>
            <a:ext cx="453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534841" y="964555"/>
            <a:ext cx="630734" cy="174427"/>
          </a:xfrm>
          <a:prstGeom prst="roundRect">
            <a:avLst>
              <a:gd name="adj" fmla="val 21843"/>
            </a:avLst>
          </a:prstGeom>
          <a:solidFill>
            <a:srgbClr val="F1F8E9"/>
          </a:solidFill>
          <a:ln w="9525">
            <a:solidFill>
              <a:srgbClr val="AED5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2918" y="999381"/>
            <a:ext cx="4945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6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垂直池化 1×W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202912" y="1008906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892498" y="1177082"/>
            <a:ext cx="474166" cy="155377"/>
          </a:xfrm>
          <a:prstGeom prst="roundRect">
            <a:avLst>
              <a:gd name="adj" fmla="val 24521"/>
            </a:avLst>
          </a:prstGeom>
          <a:solidFill>
            <a:srgbClr val="F1F8E9"/>
          </a:solidFill>
          <a:ln w="9525">
            <a:solidFill>
              <a:srgbClr val="AED5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62141" y="1211907"/>
            <a:ext cx="3348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6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1×1 Conv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404003" y="1211907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519065" y="1177082"/>
            <a:ext cx="554534" cy="155377"/>
          </a:xfrm>
          <a:prstGeom prst="roundRect">
            <a:avLst>
              <a:gd name="adj" fmla="val 24521"/>
            </a:avLst>
          </a:prstGeom>
          <a:solidFill>
            <a:srgbClr val="F1F8E9"/>
          </a:solidFill>
          <a:ln w="9525">
            <a:solidFill>
              <a:srgbClr val="AED5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87904" y="1211907"/>
            <a:ext cx="4168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6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BN+h-swish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110936" y="1211907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893540" y="1380083"/>
            <a:ext cx="613916" cy="155377"/>
          </a:xfrm>
          <a:prstGeom prst="roundRect">
            <a:avLst>
              <a:gd name="adj" fmla="val 24521"/>
            </a:avLst>
          </a:prstGeom>
          <a:solidFill>
            <a:srgbClr val="F1F8E9"/>
          </a:solidFill>
          <a:ln w="9525">
            <a:solidFill>
              <a:srgbClr val="AED5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961785" y="1414909"/>
            <a:ext cx="4774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6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Split+Sigmoid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544794" y="1414909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659856" y="1370558"/>
            <a:ext cx="526852" cy="174427"/>
          </a:xfrm>
          <a:prstGeom prst="roundRect">
            <a:avLst>
              <a:gd name="adj" fmla="val 21843"/>
            </a:avLst>
          </a:prstGeom>
          <a:solidFill>
            <a:srgbClr val="F1F8E9"/>
          </a:solidFill>
          <a:ln w="9525">
            <a:solidFill>
              <a:srgbClr val="AED5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28972" y="1405384"/>
            <a:ext cx="388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6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空间重标定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394198" y="1703636"/>
            <a:ext cx="292001" cy="292001"/>
          </a:xfrm>
          <a:prstGeom prst="roundRect">
            <a:avLst>
              <a:gd name="adj" fmla="val 313150"/>
            </a:avLst>
          </a:prstGeom>
          <a:solidFill>
            <a:srgbClr val="FFEB3B"/>
          </a:solidFill>
          <a:ln w="19050">
            <a:solidFill>
              <a:srgbClr val="F57F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502991" y="1778198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3998" y="2033736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619946" y="1104007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385072" y="448866"/>
            <a:ext cx="488752" cy="193477"/>
          </a:xfrm>
          <a:prstGeom prst="roundRect">
            <a:avLst>
              <a:gd name="adj" fmla="val 65641"/>
            </a:avLst>
          </a:prstGeom>
          <a:solidFill>
            <a:srgbClr val="F5F5F5"/>
          </a:solidFill>
          <a:ln w="9525">
            <a:solidFill>
              <a:srgbClr val="BDBDB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96098" y="483691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第二级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8546" y="705743"/>
            <a:ext cx="1561951" cy="789980"/>
          </a:xfrm>
          <a:prstGeom prst="roundRect">
            <a:avLst>
              <a:gd name="adj" fmla="val 9646"/>
            </a:avLst>
          </a:prstGeom>
          <a:solidFill>
            <a:srgbClr val="E3F2FD"/>
          </a:solidFill>
          <a:ln w="19050">
            <a:solidFill>
              <a:srgbClr val="42A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81847" y="826294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特征精炼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52007" y="1026319"/>
            <a:ext cx="840581" cy="155377"/>
          </a:xfrm>
          <a:prstGeom prst="roundRect">
            <a:avLst>
              <a:gd name="adj" fmla="val 24521"/>
            </a:avLst>
          </a:prstGeom>
          <a:solidFill>
            <a:srgbClr val="E8EAF6"/>
          </a:solidFill>
          <a:ln w="9525">
            <a:solidFill>
              <a:srgbClr val="9FA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217986" y="1061145"/>
            <a:ext cx="708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Conv BN+ReLU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029926" y="1061145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209157" y="1219795"/>
            <a:ext cx="840581" cy="155377"/>
          </a:xfrm>
          <a:prstGeom prst="roundRect">
            <a:avLst>
              <a:gd name="adj" fmla="val 24521"/>
            </a:avLst>
          </a:prstGeom>
          <a:solidFill>
            <a:srgbClr val="E8EAF6"/>
          </a:solidFill>
          <a:ln w="9525">
            <a:solidFill>
              <a:srgbClr val="9FA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275136" y="1254621"/>
            <a:ext cx="708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Conv BN+ReLU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483447" y="1533823"/>
            <a:ext cx="292001" cy="292001"/>
          </a:xfrm>
          <a:prstGeom prst="roundRect">
            <a:avLst>
              <a:gd name="adj" fmla="val 313150"/>
            </a:avLst>
          </a:prstGeom>
          <a:solidFill>
            <a:srgbClr val="FFEB3B"/>
          </a:solidFill>
          <a:ln w="19050">
            <a:solidFill>
              <a:srgbClr val="F57F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92241" y="1608386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53248" y="1863923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461248" y="1104007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16873" y="631478"/>
            <a:ext cx="488752" cy="193477"/>
          </a:xfrm>
          <a:prstGeom prst="roundRect">
            <a:avLst>
              <a:gd name="adj" fmla="val 65641"/>
            </a:avLst>
          </a:prstGeom>
          <a:solidFill>
            <a:srgbClr val="F5F5F5"/>
          </a:solidFill>
          <a:ln w="9525">
            <a:solidFill>
              <a:srgbClr val="BDBDB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527899" y="666304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第三级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89848" y="888355"/>
            <a:ext cx="1942951" cy="897880"/>
          </a:xfrm>
          <a:prstGeom prst="roundRect">
            <a:avLst>
              <a:gd name="adj" fmla="val 8487"/>
            </a:avLst>
          </a:prstGeom>
          <a:solidFill>
            <a:srgbClr val="F3E5F5"/>
          </a:solidFill>
          <a:ln w="19050">
            <a:solidFill>
              <a:srgbClr val="AB47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819339" y="1008906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多基数通道注意力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19339" y="1183481"/>
            <a:ext cx="1683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Multi-Cardinality SE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93891" y="1316831"/>
            <a:ext cx="306884" cy="155377"/>
          </a:xfrm>
          <a:prstGeom prst="roundRect">
            <a:avLst>
              <a:gd name="adj" fmla="val 24521"/>
            </a:avLst>
          </a:prstGeom>
          <a:solidFill>
            <a:srgbClr val="FCE4EC"/>
          </a:solidFill>
          <a:ln w="9525">
            <a:solidFill>
              <a:srgbClr val="F48F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65207" y="1351657"/>
            <a:ext cx="1642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238113" y="1351657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353175" y="1316831"/>
            <a:ext cx="268635" cy="155377"/>
          </a:xfrm>
          <a:prstGeom prst="roundRect">
            <a:avLst>
              <a:gd name="adj" fmla="val 24521"/>
            </a:avLst>
          </a:prstGeom>
          <a:solidFill>
            <a:srgbClr val="FCE4EC"/>
          </a:solidFill>
          <a:ln w="9525">
            <a:solidFill>
              <a:srgbClr val="F48F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424873" y="1351657"/>
            <a:ext cx="125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FC₁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659646" y="1361182"/>
            <a:ext cx="2686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6724352" y="1316831"/>
            <a:ext cx="268635" cy="155377"/>
          </a:xfrm>
          <a:prstGeom prst="roundRect">
            <a:avLst>
              <a:gd name="adj" fmla="val 24521"/>
            </a:avLst>
          </a:prstGeom>
          <a:solidFill>
            <a:srgbClr val="FCE4EC"/>
          </a:solidFill>
          <a:ln w="9525">
            <a:solidFill>
              <a:srgbClr val="F48F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796050" y="1351657"/>
            <a:ext cx="125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FC₂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7030824" y="1361182"/>
            <a:ext cx="2686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7095530" y="1316831"/>
            <a:ext cx="268635" cy="155377"/>
          </a:xfrm>
          <a:prstGeom prst="roundRect">
            <a:avLst>
              <a:gd name="adj" fmla="val 24521"/>
            </a:avLst>
          </a:prstGeom>
          <a:solidFill>
            <a:srgbClr val="FCE4EC"/>
          </a:solidFill>
          <a:ln w="9525">
            <a:solidFill>
              <a:srgbClr val="F48F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67228" y="1351657"/>
            <a:ext cx="125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FC₃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402001" y="1361182"/>
            <a:ext cx="2686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6035873" y="1510308"/>
            <a:ext cx="268635" cy="155377"/>
          </a:xfrm>
          <a:prstGeom prst="roundRect">
            <a:avLst>
              <a:gd name="adj" fmla="val 24521"/>
            </a:avLst>
          </a:prstGeom>
          <a:solidFill>
            <a:srgbClr val="FCE4EC"/>
          </a:solidFill>
          <a:ln w="9525">
            <a:solidFill>
              <a:srgbClr val="F48F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107571" y="1545134"/>
            <a:ext cx="125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FC₄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341846" y="1545134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6456908" y="1510308"/>
            <a:ext cx="829866" cy="155377"/>
          </a:xfrm>
          <a:prstGeom prst="roundRect">
            <a:avLst>
              <a:gd name="adj" fmla="val 24521"/>
            </a:avLst>
          </a:prstGeom>
          <a:solidFill>
            <a:srgbClr val="FCE4EC"/>
          </a:solidFill>
          <a:ln w="9525">
            <a:solidFill>
              <a:srgbClr val="F48F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522994" y="1545134"/>
            <a:ext cx="6976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 FC+Sigmoid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7683550" y="1104007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912150" y="927943"/>
            <a:ext cx="1231850" cy="561826"/>
          </a:xfrm>
          <a:prstGeom prst="roundRect">
            <a:avLst>
              <a:gd name="adj" fmla="val 13563"/>
            </a:avLst>
          </a:prstGeom>
          <a:solidFill>
            <a:srgbClr val="FFF8E1"/>
          </a:solidFill>
          <a:ln w="19050">
            <a:solidFill>
              <a:srgbClr val="E6A2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074710" y="1073944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空间增强后特征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074710" y="124851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C=560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165574" y="2290911"/>
            <a:ext cx="2812852" cy="1226046"/>
          </a:xfrm>
          <a:prstGeom prst="roundRect">
            <a:avLst>
              <a:gd name="adj" fmla="val 8287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3302050" y="2401937"/>
            <a:ext cx="902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坐标注意力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302050" y="2570113"/>
            <a:ext cx="90217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水平/垂直方向池化 → 拼接 → 共享1×1卷积降维(r=4) → BN+h-swish → 切分 → 独立Sigmoid → 方向性空间重标定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389686" y="2401937"/>
            <a:ext cx="562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特征精炼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89686" y="2570113"/>
            <a:ext cx="56258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两层3×3卷积(BN+ReLU) 融合邻域上下文 弥补一维池化丢失的局部细节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144393" y="2401937"/>
            <a:ext cx="7115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多基数通道注意力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44393" y="2712988"/>
            <a:ext cx="71150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→ 4个并行FC分支(κ=4) 各降维至C/r → ReLU → 拼接 → FC+Sigmoid → 通道重标定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SAE模块结构图（水平）</dc:title>
  <dc:subject>PptxGenJS Presentation</dc:subject>
  <dc:creator>PptxGenJS</dc:creator>
  <cp:lastModifiedBy>PptxGenJS</cp:lastModifiedBy>
  <cp:revision>1</cp:revision>
  <dcterms:created xsi:type="dcterms:W3CDTF">2026-03-21T10:44:54Z</dcterms:created>
  <dcterms:modified xsi:type="dcterms:W3CDTF">2026-03-21T10:44:54Z</dcterms:modified>
</cp:coreProperties>
</file>