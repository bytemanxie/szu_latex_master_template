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824" y="753814"/>
            <a:ext cx="901452" cy="580876"/>
          </a:xfrm>
          <a:prstGeom prst="roundRect">
            <a:avLst>
              <a:gd name="adj" fmla="val 13118"/>
            </a:avLst>
          </a:prstGeom>
          <a:solidFill>
            <a:srgbClr val="E8F4F8"/>
          </a:solidFill>
          <a:ln w="19050">
            <a:solidFill>
              <a:srgbClr val="4A90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9495" y="899815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输入特征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495" y="1093440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(N, C, H, W)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412677" y="939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53927" y="552301"/>
            <a:ext cx="1536502" cy="510927"/>
          </a:xfrm>
          <a:prstGeom prst="roundRect">
            <a:avLst>
              <a:gd name="adj" fmla="val 14914"/>
            </a:avLst>
          </a:prstGeom>
          <a:solidFill>
            <a:srgbClr val="FCE4EC"/>
          </a:solidFill>
          <a:ln w="19050">
            <a:solidFill>
              <a:srgbClr val="C218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39248" y="672852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位置编码 (CPE)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39248" y="847427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DWConv 3×3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76177" y="1101328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EB3B"/>
          </a:solidFill>
          <a:ln w="19050">
            <a:solidFill>
              <a:srgbClr val="F57F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4971" y="1175891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45978" y="1431429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253829" y="939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6092" y="330101"/>
            <a:ext cx="828229" cy="253901"/>
          </a:xfrm>
          <a:prstGeom prst="roundRect">
            <a:avLst>
              <a:gd name="adj" fmla="val 20008"/>
            </a:avLst>
          </a:prstGeom>
          <a:solidFill>
            <a:srgbClr val="E8F5E9"/>
          </a:solidFill>
          <a:ln w="19050">
            <a:solidFill>
              <a:srgbClr val="388E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6730" y="399901"/>
            <a:ext cx="546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64831" y="622102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95080" y="774502"/>
            <a:ext cx="1790402" cy="510927"/>
          </a:xfrm>
          <a:prstGeom prst="roundRect">
            <a:avLst>
              <a:gd name="adj" fmla="val 14914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77861" y="895052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77861" y="1069628"/>
            <a:ext cx="14248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Bi-Level Routing Attention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44280" y="1323529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EB3B"/>
          </a:solidFill>
          <a:ln w="19050">
            <a:solidFill>
              <a:srgbClr val="F57F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53074" y="1398091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4081" y="1653629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348883" y="939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5914" y="330101"/>
            <a:ext cx="828229" cy="253901"/>
          </a:xfrm>
          <a:prstGeom prst="roundRect">
            <a:avLst>
              <a:gd name="adj" fmla="val 20008"/>
            </a:avLst>
          </a:prstGeom>
          <a:solidFill>
            <a:srgbClr val="E8F5E9"/>
          </a:solidFill>
          <a:ln w="19050">
            <a:solidFill>
              <a:srgbClr val="388E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6553" y="399901"/>
            <a:ext cx="546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14654" y="622102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90133" y="774502"/>
            <a:ext cx="1899940" cy="510927"/>
          </a:xfrm>
          <a:prstGeom prst="roundRect">
            <a:avLst>
              <a:gd name="adj" fmla="val 14914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71820" y="895052"/>
            <a:ext cx="1536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前馈网络 (FFN)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71820" y="1069628"/>
            <a:ext cx="1536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→ DWConv → GELU → Linear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394103" y="1323529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EB3B"/>
          </a:solidFill>
          <a:ln w="19050">
            <a:solidFill>
              <a:srgbClr val="F57F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02896" y="1398091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63903" y="1653629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553474" y="939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94724" y="753814"/>
            <a:ext cx="901452" cy="580876"/>
          </a:xfrm>
          <a:prstGeom prst="roundRect">
            <a:avLst>
              <a:gd name="adj" fmla="val 13118"/>
            </a:avLst>
          </a:prstGeom>
          <a:solidFill>
            <a:srgbClr val="E8F4F8"/>
          </a:solidFill>
          <a:ln w="19050">
            <a:solidFill>
              <a:srgbClr val="4A90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86395" y="899815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输出特征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86395" y="1093440"/>
            <a:ext cx="518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(N, C, H, W)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165574" y="1936105"/>
            <a:ext cx="2812852" cy="1226046"/>
          </a:xfrm>
          <a:prstGeom prst="roundRect">
            <a:avLst>
              <a:gd name="adj" fmla="val 8287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02050" y="2047131"/>
            <a:ext cx="6424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位置编码 (CPE)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02050" y="2329607"/>
            <a:ext cx="642437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深度可分离卷积 (groups=dim) kernel_size=3, padding=1 隐式注入空间位置信息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135041" y="2047131"/>
            <a:ext cx="735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双层路由注意力 (BRA)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35041" y="2358182"/>
            <a:ext cx="73534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区域划分: n_win=4 (4×4窗口) TopK路由: k=4 多头注意力: num_heads=8 复杂度: O(n²×k/p²)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59114" y="2047131"/>
            <a:ext cx="79849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前馈网络 (FFN)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59114" y="2329607"/>
            <a:ext cx="798493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Linear(dim→4×dim) → DWConv 3×3 → GELU → Linear(4×dim→dim) DropPath正则化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TR模块结构图（水平）</dc:title>
  <dc:subject>PptxGenJS Presentation</dc:subject>
  <dc:creator>PptxGenJS</dc:creator>
  <cp:lastModifiedBy>PptxGenJS</cp:lastModifiedBy>
  <cp:revision>1</cp:revision>
  <dcterms:created xsi:type="dcterms:W3CDTF">2026-03-21T10:47:01Z</dcterms:created>
  <dcterms:modified xsi:type="dcterms:W3CDTF">2026-03-21T10:47:01Z</dcterms:modified>
</cp:coreProperties>
</file>