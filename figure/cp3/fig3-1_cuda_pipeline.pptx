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0440" y="256032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8E1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20440" y="2743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原始干涉谱数据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20440" y="530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× N  (uint16)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12648" y="12344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数据类型转换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2648" y="1581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uint16 → float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42616" y="12344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光谱矫形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42616" y="1581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高斯归一化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72584" y="12344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背景扣除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2584" y="1581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去直流项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02552" y="12344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K 线性化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02552" y="1581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三次样条 (PCR)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" y="31089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色差补偿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复数乘法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42616" y="31089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FFT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42616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→ z 域变换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72584" y="31089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幅值提取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72584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对数灰度映射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02552" y="31089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15240">
            <a:solidFill>
              <a:srgbClr val="4A7D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帧合并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02552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多帧叠加降噪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20440" y="4434840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8E1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453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深度灰度图像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4709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× N  (float)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flipH="1">
            <a:off x="1527048" y="822960"/>
            <a:ext cx="3044952" cy="41148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441448" y="1591056"/>
            <a:ext cx="201168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71416" y="1591056"/>
            <a:ext cx="201168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01384" y="1591056"/>
            <a:ext cx="201168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531352" y="1591056"/>
            <a:ext cx="164592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95944" y="1591056"/>
            <a:ext cx="914" cy="93726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48056" y="2528316"/>
            <a:ext cx="8247888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" y="2528316"/>
            <a:ext cx="914" cy="93726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" y="3465576"/>
            <a:ext cx="164592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441448" y="3465576"/>
            <a:ext cx="201168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71416" y="3465576"/>
            <a:ext cx="201168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501384" y="3465576"/>
            <a:ext cx="201168" cy="914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4572000" y="3822192"/>
            <a:ext cx="3044952" cy="612648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 3-1 SS-OCT 信号处理流水线</dc:title>
  <dc:subject>PptxGenJS Presentation</dc:subject>
  <dc:creator>PptxGenJS</dc:creator>
  <cp:lastModifiedBy>PptxGenJS</cp:lastModifiedBy>
  <cp:revision>1</cp:revision>
  <dcterms:created xsi:type="dcterms:W3CDTF">2026-04-01T06:06:00Z</dcterms:created>
  <dcterms:modified xsi:type="dcterms:W3CDTF">2026-04-01T06:06:00Z</dcterms:modified>
</cp:coreProperties>
</file>