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(a) 传统方案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93776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(b) 统一内存方案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54864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486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CPU: 分配 hst_data (malloc)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950976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1115568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155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CPU: 填充 B 扫原始数据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517904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168249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8249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cudaMemcpy (Host → Device)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084832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249424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494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GPU: 执行核函数链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2651760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2816352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CE4EC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163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cudaDeviceSynchronize()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3218688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338328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832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cudaMemcpy (Device → Host)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3785616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" y="3950208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502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CPU: 读取处理结果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54864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5486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cudaMallocManaged: 分配统一内存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950976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20640" y="1115568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1155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CPU: 直接写入统一内存指针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1517904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20640" y="168249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168249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GPU: 执行核函数链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084832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20640" y="2249424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2494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cudaEventRecord(evt)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2651760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20640" y="2816352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8163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cudaEventSynchronize(evt)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218688"/>
            <a:ext cx="914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20640" y="338328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3832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CPU: 直接读取统一内存指针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182880"/>
            <a:ext cx="914" cy="4663440"/>
          </a:xfrm>
          <a:prstGeom prst="line">
            <a:avLst/>
          </a:prstGeom>
          <a:noFill/>
          <a:ln w="10160">
            <a:solidFill>
              <a:srgbClr val="CCCCCC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 3-4 传统方案与统一内存方案对比</dc:title>
  <dc:subject>PptxGenJS Presentation</dc:subject>
  <dc:creator>PptxGenJS</dc:creator>
  <cp:lastModifiedBy>PptxGenJS</cp:lastModifiedBy>
  <cp:revision>1</cp:revision>
  <dcterms:created xsi:type="dcterms:W3CDTF">2026-04-01T06:16:20Z</dcterms:created>
  <dcterms:modified xsi:type="dcterms:W3CDTF">2026-04-01T06:16:20Z</dcterms:modified>
</cp:coreProperties>
</file>