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41819" y="253901"/>
            <a:ext cx="7834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传统方案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357521" y="479227"/>
            <a:ext cx="19522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显式 cudaMemcpy + cudaDeviceSynchronize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927199" y="714077"/>
            <a:ext cx="2812852" cy="288727"/>
          </a:xfrm>
          <a:prstGeom prst="roundRect">
            <a:avLst>
              <a:gd name="adj" fmla="val 13196"/>
            </a:avLst>
          </a:prstGeom>
          <a:solidFill>
            <a:srgbClr val="FFF8E1"/>
          </a:solidFill>
          <a:ln w="9525">
            <a:solidFill>
              <a:srgbClr val="E6A2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38276" y="787003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CPU: 分配 hst_data (malloc)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276921" y="1040904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27199" y="1212354"/>
            <a:ext cx="2812852" cy="288727"/>
          </a:xfrm>
          <a:prstGeom prst="roundRect">
            <a:avLst>
              <a:gd name="adj" fmla="val 13196"/>
            </a:avLst>
          </a:prstGeom>
          <a:solidFill>
            <a:srgbClr val="FFF8E1"/>
          </a:solidFill>
          <a:ln w="9525">
            <a:solidFill>
              <a:srgbClr val="E6A2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38276" y="1285280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CPU: 填充 B 扫原始数据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76921" y="1539180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27199" y="1710630"/>
            <a:ext cx="2812852" cy="260152"/>
          </a:xfrm>
          <a:prstGeom prst="roundRect">
            <a:avLst>
              <a:gd name="adj" fmla="val 14645"/>
            </a:avLst>
          </a:prstGeom>
          <a:solidFill>
            <a:srgbClr val="FFEBEE"/>
          </a:solidFill>
          <a:ln w="9525">
            <a:solidFill>
              <a:srgbClr val="E573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38276" y="1783556"/>
            <a:ext cx="25906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cudaMemcpy (Host → Device)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76921" y="2008882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27199" y="2180332"/>
            <a:ext cx="2812852" cy="288727"/>
          </a:xfrm>
          <a:prstGeom prst="roundRect">
            <a:avLst>
              <a:gd name="adj" fmla="val 13196"/>
            </a:avLst>
          </a:prstGeom>
          <a:solidFill>
            <a:srgbClr val="E8F0FE"/>
          </a:solidFill>
          <a:ln w="9525">
            <a:solidFill>
              <a:srgbClr val="4A7DC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38276" y="2253258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GPU: 执行核函数链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76921" y="2507159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27199" y="2678609"/>
            <a:ext cx="2812852" cy="403027"/>
          </a:xfrm>
          <a:prstGeom prst="roundRect">
            <a:avLst>
              <a:gd name="adj" fmla="val 9453"/>
            </a:avLst>
          </a:prstGeom>
          <a:solidFill>
            <a:srgbClr val="FFF3E0"/>
          </a:solidFill>
          <a:ln w="9525">
            <a:solidFill>
              <a:srgbClr val="FFB74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38276" y="2751534"/>
            <a:ext cx="25906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cudaDeviceSynchronize()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38276" y="2865834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阻塞等待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76921" y="3119735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27199" y="3291185"/>
            <a:ext cx="2812852" cy="260152"/>
          </a:xfrm>
          <a:prstGeom prst="roundRect">
            <a:avLst>
              <a:gd name="adj" fmla="val 14645"/>
            </a:avLst>
          </a:prstGeom>
          <a:solidFill>
            <a:srgbClr val="FFEBEE"/>
          </a:solidFill>
          <a:ln w="9525">
            <a:solidFill>
              <a:srgbClr val="E573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38276" y="3364111"/>
            <a:ext cx="25906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cudaMemcpy (Device → Host)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76921" y="3589437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27199" y="3760887"/>
            <a:ext cx="2812852" cy="288727"/>
          </a:xfrm>
          <a:prstGeom prst="roundRect">
            <a:avLst>
              <a:gd name="adj" fmla="val 13196"/>
            </a:avLst>
          </a:prstGeom>
          <a:solidFill>
            <a:srgbClr val="FFF8E1"/>
          </a:solidFill>
          <a:ln w="9525">
            <a:solidFill>
              <a:srgbClr val="E6A2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38276" y="3833812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CPU: 读取处理结果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49897" y="4100364"/>
            <a:ext cx="13674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每帧 2 次显式拷贝 + 1 次全局同步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65600" y="253901"/>
            <a:ext cx="12650" cy="3970288"/>
          </a:xfrm>
          <a:prstGeom prst="rect">
            <a:avLst/>
          </a:prstGeom>
          <a:solidFill>
            <a:srgbClr val="CCCC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72229" y="253901"/>
            <a:ext cx="10761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统一内存方案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77010" y="479227"/>
            <a:ext cx="1466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cudaMallocManaged + cudaEvent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03800" y="685502"/>
            <a:ext cx="2812852" cy="288727"/>
          </a:xfrm>
          <a:prstGeom prst="roundRect">
            <a:avLst>
              <a:gd name="adj" fmla="val 13196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514877" y="758428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cudaMallocManaged: 分配统一内存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753671" y="1012329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03800" y="1183779"/>
            <a:ext cx="2812852" cy="288727"/>
          </a:xfrm>
          <a:prstGeom prst="roundRect">
            <a:avLst>
              <a:gd name="adj" fmla="val 13196"/>
            </a:avLst>
          </a:prstGeom>
          <a:solidFill>
            <a:srgbClr val="FFF8E1"/>
          </a:solidFill>
          <a:ln w="9525">
            <a:solidFill>
              <a:srgbClr val="E6A2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514877" y="1256705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CPU: 直接写入统一内存指针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753671" y="1510605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03800" y="1682055"/>
            <a:ext cx="2812852" cy="431602"/>
          </a:xfrm>
          <a:prstGeom prst="roundRect">
            <a:avLst>
              <a:gd name="adj" fmla="val 8828"/>
            </a:avLst>
          </a:prstGeom>
          <a:solidFill>
            <a:srgbClr val="E8F0FE"/>
          </a:solidFill>
          <a:ln w="9525">
            <a:solidFill>
              <a:srgbClr val="4A7DC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514877" y="1754981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GPU: 执行核函数链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514877" y="1897856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(驱动按需迁移内存页)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753671" y="2151757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03800" y="2323207"/>
            <a:ext cx="2812852" cy="403027"/>
          </a:xfrm>
          <a:prstGeom prst="roundRect">
            <a:avLst>
              <a:gd name="adj" fmla="val 9453"/>
            </a:avLst>
          </a:prstGeom>
          <a:solidFill>
            <a:srgbClr val="F3E5F5"/>
          </a:solidFill>
          <a:ln w="9525">
            <a:solidFill>
              <a:srgbClr val="AB47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14877" y="2396133"/>
            <a:ext cx="25906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cudaEventRecord(evt)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514877" y="2510433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仅标记完成点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53671" y="2764334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03800" y="2935784"/>
            <a:ext cx="2812852" cy="403027"/>
          </a:xfrm>
          <a:prstGeom prst="roundRect">
            <a:avLst>
              <a:gd name="adj" fmla="val 9453"/>
            </a:avLst>
          </a:prstGeom>
          <a:solidFill>
            <a:srgbClr val="F3E5F5"/>
          </a:solidFill>
          <a:ln w="9525">
            <a:solidFill>
              <a:srgbClr val="AB47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514877" y="3008709"/>
            <a:ext cx="25906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cudaEventSynchronize(evt)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514877" y="3123009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仅在需要时等待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753671" y="3376910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403800" y="3548360"/>
            <a:ext cx="2812852" cy="431602"/>
          </a:xfrm>
          <a:prstGeom prst="roundRect">
            <a:avLst>
              <a:gd name="adj" fmla="val 8828"/>
            </a:avLst>
          </a:prstGeom>
          <a:solidFill>
            <a:srgbClr val="FFF8E1"/>
          </a:solidFill>
          <a:ln w="9525">
            <a:solidFill>
              <a:srgbClr val="E6A2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514877" y="3621286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CPU: 直接读取统一内存指针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514877" y="3764161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(驱动自动迁移结果页)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175683" y="4030712"/>
            <a:ext cx="12690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无显式拷贝，事件驱动轻量同步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2026-03-21T10:17:41Z</dcterms:created>
  <dcterms:modified xsi:type="dcterms:W3CDTF">2026-03-21T10:17:41Z</dcterms:modified>
</cp:coreProperties>
</file>