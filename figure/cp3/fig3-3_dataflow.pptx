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37160"/>
            <a:ext cx="274320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主机端 (CPU)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327355"/>
            <a:ext cx="274320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原始干涉谱数据 M × N (uint16)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612648"/>
            <a:ext cx="914" cy="3474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617720" y="630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7D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cudaMemcpy H2D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2743200"/>
          </a:xfrm>
          <a:prstGeom prst="roundRect">
            <a:avLst>
              <a:gd name="adj" fmla="val 2000"/>
            </a:avLst>
          </a:prstGeom>
          <a:solidFill>
            <a:srgbClr val="F5F9F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设备端 (GPU) —— 全程无 D2H 拷贝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41832" y="146304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48132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60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(1) 类型转换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1832" y="168578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dvc_img_u → dvc_img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98064" y="146304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48132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60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(2) 光谱整形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98064" y="168578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dvc_img → dvc_img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54296" y="146304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48132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60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(3) 背景扣除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4296" y="168578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dvc_img → dvc_sub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10528" y="146304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48132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60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(4) K 线性化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10528" y="168578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dvc_sub → dvc_inter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33472" y="1728216"/>
            <a:ext cx="164592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89704" y="1728216"/>
            <a:ext cx="164592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45936" y="1728216"/>
            <a:ext cx="164592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02168" y="1728216"/>
            <a:ext cx="137160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1728216"/>
            <a:ext cx="914" cy="5943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804672" y="2322576"/>
            <a:ext cx="7534656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2322576"/>
            <a:ext cx="914" cy="5943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2916936"/>
            <a:ext cx="137160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41832" y="265176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267004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60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(5) 色差补偿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1832" y="287450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dvc_inter → dvc_multiply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98064" y="265176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98064" y="267004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60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(6) FFT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98064" y="287450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dvc_multiply (原地)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54296" y="265176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267004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60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(7) 幅值提取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54296" y="287450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dvc_multiply → dvc_result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10528" y="265176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E8F0FE"/>
          </a:solidFill>
          <a:ln w="12700">
            <a:solidFill>
              <a:srgbClr val="4A7D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267004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60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(8) 帧合并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10528" y="2874508"/>
            <a:ext cx="1691640" cy="254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dvc_result → dvc_merge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33472" y="2916936"/>
            <a:ext cx="164592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89704" y="2916936"/>
            <a:ext cx="164592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345936" y="2916936"/>
            <a:ext cx="164592" cy="91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72000" y="3703320"/>
            <a:ext cx="914" cy="3840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4617720" y="37216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7D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cudaMemcpy D2H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4087368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4087368"/>
            <a:ext cx="274320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主机端 (CPU)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0" y="4277563"/>
            <a:ext cx="274320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深度灰度图像 M × N (float)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 3-3 后处理流水线的设备端数据流</dc:title>
  <dc:subject>PptxGenJS Presentation</dc:subject>
  <dc:creator>PptxGenJS</dc:creator>
  <cp:lastModifiedBy>PptxGenJS</cp:lastModifiedBy>
  <cp:revision>1</cp:revision>
  <dcterms:created xsi:type="dcterms:W3CDTF">2026-04-01T06:12:50Z</dcterms:created>
  <dcterms:modified xsi:type="dcterms:W3CDTF">2026-04-01T06:12:50Z</dcterms:modified>
</cp:coreProperties>
</file>